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4"/>
  </p:sldMasterIdLst>
  <p:sldIdLst>
    <p:sldId id="256" r:id="rId5"/>
    <p:sldId id="257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ight waves on a black background&#10;&#10;Description automatically generated">
            <a:extLst>
              <a:ext uri="{FF2B5EF4-FFF2-40B4-BE49-F238E27FC236}">
                <a16:creationId xmlns:a16="http://schemas.microsoft.com/office/drawing/2014/main" id="{CFF33385-D2E0-770A-704D-7197B0B6C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80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C8FF58A-9C68-4D61-AEEB-1E40B24DE487}"/>
              </a:ext>
            </a:extLst>
          </p:cNvPr>
          <p:cNvSpPr/>
          <p:nvPr/>
        </p:nvSpPr>
        <p:spPr>
          <a:xfrm>
            <a:off x="0" y="5318653"/>
            <a:ext cx="12192000" cy="1539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>
            <a:spLocks noGrp="1"/>
          </p:cNvSpPr>
          <p:nvPr>
            <p:ph idx="10" hasCustomPrompt="1"/>
          </p:nvPr>
        </p:nvSpPr>
        <p:spPr>
          <a:xfrm>
            <a:off x="461520" y="5292853"/>
            <a:ext cx="6244080" cy="5714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3600" b="1" baseline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 (36, bold)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E9D39A-AD2D-444F-B99D-F8A75668BA96}"/>
              </a:ext>
            </a:extLst>
          </p:cNvPr>
          <p:cNvSpPr/>
          <p:nvPr/>
        </p:nvSpPr>
        <p:spPr>
          <a:xfrm>
            <a:off x="4577703" y="5046471"/>
            <a:ext cx="6019800" cy="88155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CBF616-1123-49B9-AC5C-CF1529D98430}"/>
              </a:ext>
            </a:extLst>
          </p:cNvPr>
          <p:cNvSpPr/>
          <p:nvPr/>
        </p:nvSpPr>
        <p:spPr>
          <a:xfrm>
            <a:off x="0" y="5046472"/>
            <a:ext cx="5105401" cy="88153"/>
          </a:xfrm>
          <a:prstGeom prst="rect">
            <a:avLst/>
          </a:prstGeom>
          <a:solidFill>
            <a:srgbClr val="2D53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60A877-0B90-4F77-A8A6-1561B306B4C5}"/>
              </a:ext>
            </a:extLst>
          </p:cNvPr>
          <p:cNvSpPr/>
          <p:nvPr/>
        </p:nvSpPr>
        <p:spPr>
          <a:xfrm>
            <a:off x="10591800" y="5046471"/>
            <a:ext cx="1599809" cy="88154"/>
          </a:xfrm>
          <a:prstGeom prst="rect">
            <a:avLst/>
          </a:prstGeom>
          <a:solidFill>
            <a:srgbClr val="8BA6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E521F022-E212-474C-814F-6F256A5309C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5448" y="5897478"/>
            <a:ext cx="6240152" cy="5714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2800" b="1" baseline="0"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(28, bold)</a:t>
            </a:r>
          </a:p>
        </p:txBody>
      </p:sp>
      <p:pic>
        <p:nvPicPr>
          <p:cNvPr id="4" name="Picture 3" descr="A black letter on a black background&#10;&#10;Description automatically generated">
            <a:extLst>
              <a:ext uri="{FF2B5EF4-FFF2-40B4-BE49-F238E27FC236}">
                <a16:creationId xmlns:a16="http://schemas.microsoft.com/office/drawing/2014/main" id="{64302E1F-8724-9E1E-2DC4-A58933E144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3738" y="5942627"/>
            <a:ext cx="2290091" cy="650725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77CCBD0-6827-8196-86EF-1EE5349EB3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344" y="256032"/>
            <a:ext cx="4588879" cy="5253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date (24, bold)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9900D98-7A1E-0901-0743-8EAF0C1115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520" y="3217589"/>
            <a:ext cx="9414718" cy="13517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(44, bold)</a:t>
            </a:r>
          </a:p>
        </p:txBody>
      </p:sp>
    </p:spTree>
    <p:extLst>
      <p:ext uri="{BB962C8B-B14F-4D97-AF65-F5344CB8AC3E}">
        <p14:creationId xmlns:p14="http://schemas.microsoft.com/office/powerpoint/2010/main" val="12996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Grp="1"/>
          </p:cNvSpPr>
          <p:nvPr>
            <p:ph idx="1" hasCustomPrompt="1"/>
          </p:nvPr>
        </p:nvSpPr>
        <p:spPr>
          <a:xfrm>
            <a:off x="274318" y="1060703"/>
            <a:ext cx="11521440" cy="512064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000" baseline="0">
                <a:latin typeface="+mj-lt"/>
              </a:defRPr>
            </a:lvl1pPr>
            <a:lvl2pPr>
              <a:spcBef>
                <a:spcPts val="0"/>
              </a:spcBef>
              <a:spcAft>
                <a:spcPts val="60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60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add text (20, bold, do not autofit)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4A612DBA-1979-C302-70E5-88B1F4B1E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521438" cy="76200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4E3E14-9FF4-EBE9-09D7-1CFCECCFD1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92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Grp="1"/>
          </p:cNvSpPr>
          <p:nvPr>
            <p:ph idx="1" hasCustomPrompt="1"/>
          </p:nvPr>
        </p:nvSpPr>
        <p:spPr>
          <a:xfrm>
            <a:off x="274318" y="1060703"/>
            <a:ext cx="11521440" cy="3904203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000" baseline="0">
                <a:latin typeface="+mj-lt"/>
              </a:defRPr>
            </a:lvl1pPr>
            <a:lvl2pPr>
              <a:spcBef>
                <a:spcPts val="0"/>
              </a:spcBef>
              <a:spcAft>
                <a:spcPts val="60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60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add text (20, bold, do not autofit)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4A612DBA-1979-C302-70E5-88B1F4B1E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521438" cy="76200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49D1A6-AC4A-3234-4290-9CA21B639A87}"/>
              </a:ext>
            </a:extLst>
          </p:cNvPr>
          <p:cNvSpPr/>
          <p:nvPr/>
        </p:nvSpPr>
        <p:spPr>
          <a:xfrm>
            <a:off x="0" y="5057775"/>
            <a:ext cx="12192000" cy="1142999"/>
          </a:xfrm>
          <a:prstGeom prst="rect">
            <a:avLst/>
          </a:prstGeom>
          <a:gradFill>
            <a:gsLst>
              <a:gs pos="6000">
                <a:srgbClr val="1F497D"/>
              </a:gs>
              <a:gs pos="66000">
                <a:srgbClr val="4BACC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1D3167-49BB-9027-3AB5-96FE0701588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74638" y="5156200"/>
            <a:ext cx="11520487" cy="9286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highlight (28, bold)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0F91447-BACB-B648-54A5-ABC5FAE96A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21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7">
            <a:extLst>
              <a:ext uri="{FF2B5EF4-FFF2-40B4-BE49-F238E27FC236}">
                <a16:creationId xmlns:a16="http://schemas.microsoft.com/office/drawing/2014/main" id="{9E0E909E-3D06-477D-9CF9-59B115526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521440" cy="76200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A26781E-6701-4C4A-76C6-54A02063BE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5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id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51753-5363-CC0D-8129-BD0F069BB8C8}"/>
              </a:ext>
            </a:extLst>
          </p:cNvPr>
          <p:cNvSpPr/>
          <p:nvPr/>
        </p:nvSpPr>
        <p:spPr>
          <a:xfrm>
            <a:off x="0" y="-1"/>
            <a:ext cx="4370832" cy="6858002"/>
          </a:xfrm>
          <a:prstGeom prst="rect">
            <a:avLst/>
          </a:prstGeom>
          <a:gradFill>
            <a:gsLst>
              <a:gs pos="6000">
                <a:srgbClr val="1F497D"/>
              </a:gs>
              <a:gs pos="86000">
                <a:srgbClr val="4BACC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9E0E909E-3D06-477D-9CF9-59B115526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1374" y="0"/>
            <a:ext cx="7189521" cy="76200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shadow)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88E2C65-C160-2914-AD80-3C24749726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51374" y="1060703"/>
            <a:ext cx="7189521" cy="512064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600"/>
              </a:spcAft>
              <a:defRPr sz="2000" baseline="0">
                <a:latin typeface="+mj-lt"/>
              </a:defRPr>
            </a:lvl1pPr>
            <a:lvl2pPr>
              <a:spcAft>
                <a:spcPts val="600"/>
              </a:spcAft>
              <a:defRPr sz="1800">
                <a:latin typeface="+mj-lt"/>
              </a:defRPr>
            </a:lvl2pPr>
            <a:lvl3pPr>
              <a:spcAft>
                <a:spcPts val="600"/>
              </a:spcAft>
              <a:defRPr sz="1800">
                <a:latin typeface="+mj-lt"/>
              </a:defRPr>
            </a:lvl3pPr>
            <a:lvl4pPr>
              <a:spcAft>
                <a:spcPts val="600"/>
              </a:spcAft>
              <a:defRPr sz="1800">
                <a:latin typeface="+mj-lt"/>
              </a:defRPr>
            </a:lvl4pPr>
            <a:lvl5pPr>
              <a:spcAft>
                <a:spcPts val="600"/>
              </a:spcAft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add text (20, bold, do not autofit)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96CE3195-9825-7F81-50D8-19A9B28684D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74320" y="1060703"/>
            <a:ext cx="3917712" cy="51206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spcAft>
                <a:spcPts val="600"/>
              </a:spcAft>
              <a:buNone/>
              <a:defRPr sz="1800">
                <a:latin typeface="+mj-lt"/>
              </a:defRPr>
            </a:lvl2pPr>
            <a:lvl3pPr>
              <a:spcAft>
                <a:spcPts val="600"/>
              </a:spcAft>
              <a:defRPr sz="1600">
                <a:latin typeface="+mj-lt"/>
              </a:defRPr>
            </a:lvl3pPr>
            <a:lvl4pPr>
              <a:spcAft>
                <a:spcPts val="600"/>
              </a:spcAft>
              <a:defRPr sz="1400">
                <a:latin typeface="+mj-lt"/>
              </a:defRPr>
            </a:lvl4pPr>
            <a:lvl5pPr>
              <a:spcAft>
                <a:spcPts val="600"/>
              </a:spcAft>
              <a:defRPr sz="1200">
                <a:latin typeface="+mj-lt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5B514B-6F81-B2E2-FF1E-12EB322CE9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320" y="91440"/>
            <a:ext cx="3917665" cy="706437"/>
          </a:xfrm>
          <a:prstGeom prst="rect">
            <a:avLst/>
          </a:prstGeom>
        </p:spPr>
        <p:txBody>
          <a:bodyPr anchor="ctr" anchorCtr="1"/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6" name="Rectangle 86">
            <a:extLst>
              <a:ext uri="{FF2B5EF4-FFF2-40B4-BE49-F238E27FC236}">
                <a16:creationId xmlns:a16="http://schemas.microsoft.com/office/drawing/2014/main" id="{EF2822B7-7592-4550-001A-B99314014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736" y="6356352"/>
            <a:ext cx="2093383" cy="378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fld id="{82808885-8EA5-41B8-A7C5-2F082B61DA1D}" type="datetime4">
              <a:rPr lang="en-US" sz="1000" b="0" i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October 20, 2025</a:t>
            </a:fld>
            <a:endParaRPr lang="en-US" sz="1000" b="0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0" hangingPunct="0"/>
            <a:r>
              <a:rPr lang="en-US" sz="1000" b="0" i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Page </a:t>
            </a:r>
            <a:fld id="{400B11B2-91F3-403E-AFC3-F99514224C9B}" type="slidenum">
              <a:rPr lang="en-US" sz="10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eaLnBrk="0" hangingPunct="0"/>
              <a:t>‹#›</a:t>
            </a:fld>
            <a:endParaRPr lang="en-US" sz="1000" b="0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00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0369C-B7A4-C902-C2F3-9240E2534ABD}"/>
              </a:ext>
            </a:extLst>
          </p:cNvPr>
          <p:cNvSpPr/>
          <p:nvPr/>
        </p:nvSpPr>
        <p:spPr>
          <a:xfrm>
            <a:off x="0" y="-1"/>
            <a:ext cx="12192000" cy="6200776"/>
          </a:xfrm>
          <a:prstGeom prst="rect">
            <a:avLst/>
          </a:prstGeom>
          <a:gradFill>
            <a:gsLst>
              <a:gs pos="6000">
                <a:srgbClr val="1F497D"/>
              </a:gs>
              <a:gs pos="66000">
                <a:srgbClr val="4BACC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pic>
        <p:nvPicPr>
          <p:cNvPr id="3" name="Picture 2" descr="A blue light waves on a black background&#10;&#10;Description automatically generated">
            <a:extLst>
              <a:ext uri="{FF2B5EF4-FFF2-40B4-BE49-F238E27FC236}">
                <a16:creationId xmlns:a16="http://schemas.microsoft.com/office/drawing/2014/main" id="{71C1F6F3-CF05-7652-17E0-237689CF2C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24" b="15004"/>
          <a:stretch/>
        </p:blipFill>
        <p:spPr>
          <a:xfrm>
            <a:off x="0" y="1412582"/>
            <a:ext cx="12192000" cy="29288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1A4B4B-2499-EA10-021A-E7A872C53F7D}"/>
              </a:ext>
            </a:extLst>
          </p:cNvPr>
          <p:cNvSpPr/>
          <p:nvPr/>
        </p:nvSpPr>
        <p:spPr>
          <a:xfrm>
            <a:off x="1" y="1417134"/>
            <a:ext cx="12192000" cy="2924278"/>
          </a:xfrm>
          <a:prstGeom prst="rect">
            <a:avLst/>
          </a:prstGeom>
          <a:solidFill>
            <a:schemeClr val="tx2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FEB8D13-D013-C349-E2CA-D2A088DC56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648" y="2125758"/>
            <a:ext cx="9414718" cy="15550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4400" cap="none" baseline="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add transition title</a:t>
            </a:r>
          </a:p>
        </p:txBody>
      </p:sp>
    </p:spTree>
    <p:extLst>
      <p:ext uri="{BB962C8B-B14F-4D97-AF65-F5344CB8AC3E}">
        <p14:creationId xmlns:p14="http://schemas.microsoft.com/office/powerpoint/2010/main" val="186451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F200D96-6936-4027-BEE1-A118EC465BD5}"/>
              </a:ext>
            </a:extLst>
          </p:cNvPr>
          <p:cNvSpPr/>
          <p:nvPr/>
        </p:nvSpPr>
        <p:spPr>
          <a:xfrm>
            <a:off x="457200" y="2742696"/>
            <a:ext cx="11125200" cy="1729376"/>
          </a:xfrm>
          <a:prstGeom prst="roundRect">
            <a:avLst/>
          </a:prstGeom>
          <a:solidFill>
            <a:srgbClr val="277296"/>
          </a:solidFill>
          <a:ln w="25400" cap="flat" cmpd="sng" algn="ctr">
            <a:noFill/>
            <a:prstDash val="solid"/>
          </a:ln>
          <a:effectLst>
            <a:softEdge rad="1143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543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CC99F75-7333-4BFC-840D-9445A172BDE1}"/>
              </a:ext>
            </a:extLst>
          </p:cNvPr>
          <p:cNvSpPr/>
          <p:nvPr/>
        </p:nvSpPr>
        <p:spPr>
          <a:xfrm>
            <a:off x="6710394" y="2207409"/>
            <a:ext cx="1819409" cy="756041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4313" spc="-173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DANKE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6E924FD-A80B-42AB-B031-46580C9E72A2}"/>
              </a:ext>
            </a:extLst>
          </p:cNvPr>
          <p:cNvSpPr/>
          <p:nvPr/>
        </p:nvSpPr>
        <p:spPr>
          <a:xfrm>
            <a:off x="6844051" y="4944372"/>
            <a:ext cx="1350694" cy="610552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r>
              <a:rPr lang="en-US" sz="3191" b="1" spc="-173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GRAZIE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79A912D-8E70-469F-B78B-FB6ACB421B44}"/>
              </a:ext>
            </a:extLst>
          </p:cNvPr>
          <p:cNvSpPr/>
          <p:nvPr/>
        </p:nvSpPr>
        <p:spPr>
          <a:xfrm>
            <a:off x="7764669" y="4365251"/>
            <a:ext cx="1275734" cy="424090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MAHALO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22915DB-E7B1-4884-B490-4A3F616914BA}"/>
              </a:ext>
            </a:extLst>
          </p:cNvPr>
          <p:cNvSpPr/>
          <p:nvPr/>
        </p:nvSpPr>
        <p:spPr>
          <a:xfrm>
            <a:off x="2941837" y="4327906"/>
            <a:ext cx="1743328" cy="569643"/>
          </a:xfrm>
          <a:prstGeom prst="rect">
            <a:avLst/>
          </a:prstGeom>
          <a:ln w="0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881"/>
              </a:lnSpc>
            </a:pPr>
            <a:r>
              <a:rPr lang="en-US" sz="3019" kern="1600" spc="-147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DANKE</a:t>
            </a:r>
            <a:r>
              <a:rPr lang="en-US" sz="3019" kern="1600" spc="-147">
                <a:ln w="38100">
                  <a:noFill/>
                </a:ln>
                <a:solidFill>
                  <a:srgbClr val="054373"/>
                </a:solidFill>
                <a:latin typeface="Corbel" panose="020B0503020204020204" pitchFamily="34" charset="0"/>
              </a:rPr>
              <a:t> </a:t>
            </a:r>
            <a:r>
              <a:rPr lang="en-US" sz="3019" kern="1600" spc="-147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JE</a:t>
            </a:r>
            <a:endParaRPr lang="en-US" sz="3019" b="1" kern="1600" spc="-147">
              <a:ln w="38100">
                <a:noFill/>
              </a:ln>
              <a:solidFill>
                <a:srgbClr val="FF5050"/>
              </a:solidFill>
              <a:latin typeface="Corbel" panose="020B0503020204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3ADDFC-BB0B-406B-9F14-6C200E3C99BF}"/>
              </a:ext>
            </a:extLst>
          </p:cNvPr>
          <p:cNvSpPr/>
          <p:nvPr/>
        </p:nvSpPr>
        <p:spPr>
          <a:xfrm rot="16200000">
            <a:off x="4584875" y="4989006"/>
            <a:ext cx="184731" cy="555024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pPr>
              <a:lnSpc>
                <a:spcPts val="3881"/>
              </a:lnSpc>
            </a:pPr>
            <a:endParaRPr lang="en-US" sz="2588" b="1" kern="1600" spc="-147">
              <a:ln w="38100">
                <a:noFill/>
              </a:ln>
              <a:solidFill>
                <a:srgbClr val="7EBEED"/>
              </a:solidFill>
              <a:latin typeface="Corbel" panose="020B0503020204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162A767-3A63-4D48-9836-6AA46F784D77}"/>
              </a:ext>
            </a:extLst>
          </p:cNvPr>
          <p:cNvSpPr/>
          <p:nvPr/>
        </p:nvSpPr>
        <p:spPr>
          <a:xfrm>
            <a:off x="3582482" y="2309437"/>
            <a:ext cx="1444819" cy="62324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3450" b="1" spc="-173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XIE XIE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0994D2-4C65-4715-8DE8-7686BC192719}"/>
              </a:ext>
            </a:extLst>
          </p:cNvPr>
          <p:cNvSpPr/>
          <p:nvPr/>
        </p:nvSpPr>
        <p:spPr>
          <a:xfrm rot="16200000">
            <a:off x="5353120" y="1403884"/>
            <a:ext cx="1797736" cy="463973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415" b="1">
                <a:ln w="38100">
                  <a:noFill/>
                </a:ln>
                <a:solidFill>
                  <a:srgbClr val="054373"/>
                </a:solidFill>
                <a:latin typeface="Corbel" panose="020B0503020204020204" pitchFamily="34" charset="0"/>
              </a:rPr>
              <a:t>EFHARISTO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AF8DA3A-438B-4A8F-8DEF-C54211C7C5F7}"/>
              </a:ext>
            </a:extLst>
          </p:cNvPr>
          <p:cNvSpPr/>
          <p:nvPr/>
        </p:nvSpPr>
        <p:spPr>
          <a:xfrm rot="16200000">
            <a:off x="5812136" y="5222799"/>
            <a:ext cx="1550424" cy="520014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pPr>
              <a:lnSpc>
                <a:spcPts val="3881"/>
              </a:lnSpc>
            </a:pPr>
            <a:r>
              <a:rPr lang="en-US" sz="1553" b="1" kern="1600">
                <a:ln w="38100">
                  <a:noFill/>
                </a:ln>
                <a:solidFill>
                  <a:srgbClr val="054373">
                    <a:lumMod val="65000"/>
                    <a:lumOff val="35000"/>
                  </a:srgbClr>
                </a:solidFill>
                <a:latin typeface="Corbel" panose="020B0503020204020204" pitchFamily="34" charset="0"/>
              </a:rPr>
              <a:t>FALEMINDERIT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07D53F-ADC1-43ED-BEE3-60937474DB99}"/>
              </a:ext>
            </a:extLst>
          </p:cNvPr>
          <p:cNvSpPr/>
          <p:nvPr/>
        </p:nvSpPr>
        <p:spPr>
          <a:xfrm>
            <a:off x="4168564" y="1947159"/>
            <a:ext cx="872739" cy="31790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466" b="1" spc="-35">
                <a:ln w="38100">
                  <a:noFill/>
                </a:ln>
                <a:solidFill>
                  <a:srgbClr val="054373">
                    <a:lumMod val="60000"/>
                    <a:lumOff val="40000"/>
                  </a:srgbClr>
                </a:solidFill>
                <a:latin typeface="Corbel" panose="020B0503020204020204" pitchFamily="34" charset="0"/>
              </a:rPr>
              <a:t>PALDIES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86AF1C2-A458-4211-AF7D-0046603E752C}"/>
              </a:ext>
            </a:extLst>
          </p:cNvPr>
          <p:cNvSpPr/>
          <p:nvPr/>
        </p:nvSpPr>
        <p:spPr>
          <a:xfrm>
            <a:off x="2748026" y="2105944"/>
            <a:ext cx="994439" cy="424090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KIITOS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2DB3ECA-9E7B-45AB-ADD7-466C77C286EA}"/>
              </a:ext>
            </a:extLst>
          </p:cNvPr>
          <p:cNvSpPr/>
          <p:nvPr/>
        </p:nvSpPr>
        <p:spPr>
          <a:xfrm>
            <a:off x="4833094" y="4265966"/>
            <a:ext cx="1889941" cy="848822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4916" b="1" spc="-173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MERCI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81101FD-B44C-4AF6-A611-56D31FB5FE2D}"/>
              </a:ext>
            </a:extLst>
          </p:cNvPr>
          <p:cNvSpPr/>
          <p:nvPr/>
        </p:nvSpPr>
        <p:spPr>
          <a:xfrm>
            <a:off x="4933525" y="4976780"/>
            <a:ext cx="1575613" cy="341141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054373">
                    <a:lumMod val="65000"/>
                  </a:srgbClr>
                </a:solidFill>
                <a:latin typeface="Corbel" panose="020B0503020204020204" pitchFamily="34" charset="0"/>
              </a:rPr>
              <a:t>GRACIAS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75B3315-1D66-4B37-9838-64F635036832}"/>
              </a:ext>
            </a:extLst>
          </p:cNvPr>
          <p:cNvSpPr/>
          <p:nvPr/>
        </p:nvSpPr>
        <p:spPr>
          <a:xfrm>
            <a:off x="3766849" y="2091603"/>
            <a:ext cx="1290610" cy="437492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243" b="1" spc="-43">
                <a:ln w="38100">
                  <a:noFill/>
                </a:ln>
                <a:solidFill>
                  <a:srgbClr val="054373">
                    <a:lumMod val="65000"/>
                  </a:srgbClr>
                </a:solidFill>
                <a:latin typeface="Corbel" panose="020B0503020204020204" pitchFamily="34" charset="0"/>
              </a:rPr>
              <a:t>SPASIBO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8C0E2C6-B652-4AC1-9DFB-EBB8353C91A8}"/>
              </a:ext>
            </a:extLst>
          </p:cNvPr>
          <p:cNvSpPr/>
          <p:nvPr/>
        </p:nvSpPr>
        <p:spPr>
          <a:xfrm>
            <a:off x="6821470" y="4463609"/>
            <a:ext cx="1022268" cy="424090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7EBEED"/>
                </a:solidFill>
                <a:latin typeface="Corbel" panose="020B0503020204020204" pitchFamily="34" charset="0"/>
              </a:rPr>
              <a:t>HVALA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1D5BBE2-2AF1-465F-9468-EA4CC5C0353E}"/>
              </a:ext>
            </a:extLst>
          </p:cNvPr>
          <p:cNvSpPr/>
          <p:nvPr/>
        </p:nvSpPr>
        <p:spPr>
          <a:xfrm rot="16200000">
            <a:off x="5998922" y="5553511"/>
            <a:ext cx="865493" cy="331309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553" b="1" spc="-43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DANK U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85EF098-DD76-4284-9FED-E09A2D32939D}"/>
              </a:ext>
            </a:extLst>
          </p:cNvPr>
          <p:cNvSpPr/>
          <p:nvPr/>
        </p:nvSpPr>
        <p:spPr>
          <a:xfrm>
            <a:off x="2817517" y="4747505"/>
            <a:ext cx="1491703" cy="355545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r>
              <a:rPr lang="en-US" sz="1800" b="1">
                <a:ln w="38100">
                  <a:noFill/>
                </a:ln>
                <a:solidFill>
                  <a:srgbClr val="054373"/>
                </a:solidFill>
                <a:latin typeface="Corbel" panose="020B0503020204020204" pitchFamily="34" charset="0"/>
              </a:rPr>
              <a:t>Gamsahabnida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66A3A02-2172-4CE1-8FA1-20FA4F7B2E90}"/>
              </a:ext>
            </a:extLst>
          </p:cNvPr>
          <p:cNvSpPr/>
          <p:nvPr/>
        </p:nvSpPr>
        <p:spPr>
          <a:xfrm rot="16200000">
            <a:off x="3762164" y="5211534"/>
            <a:ext cx="1313180" cy="514115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pPr>
              <a:lnSpc>
                <a:spcPts val="3881"/>
              </a:lnSpc>
            </a:pPr>
            <a:r>
              <a:rPr lang="en-US" sz="1380" b="1" kern="1600">
                <a:ln w="38100">
                  <a:noFill/>
                </a:ln>
                <a:solidFill>
                  <a:srgbClr val="054373">
                    <a:lumMod val="65000"/>
                    <a:lumOff val="35000"/>
                  </a:srgbClr>
                </a:solidFill>
                <a:latin typeface="Corbel" panose="020B0503020204020204" pitchFamily="34" charset="0"/>
              </a:rPr>
              <a:t>NGIYABONGA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BE824FF-AFB7-48CC-B9CC-A2CC79DE8892}"/>
              </a:ext>
            </a:extLst>
          </p:cNvPr>
          <p:cNvSpPr/>
          <p:nvPr/>
        </p:nvSpPr>
        <p:spPr>
          <a:xfrm>
            <a:off x="2821578" y="1990741"/>
            <a:ext cx="906017" cy="264816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121" b="1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OBRIGADO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C09DFF-8ED3-4010-9717-295A30B7750D}"/>
              </a:ext>
            </a:extLst>
          </p:cNvPr>
          <p:cNvSpPr/>
          <p:nvPr/>
        </p:nvSpPr>
        <p:spPr>
          <a:xfrm rot="16200000">
            <a:off x="2374162" y="3455088"/>
            <a:ext cx="1546834" cy="369332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b="1">
                <a:ln w="38100">
                  <a:noFill/>
                </a:ln>
                <a:solidFill>
                  <a:srgbClr val="7EBEED">
                    <a:lumMod val="60000"/>
                    <a:lumOff val="40000"/>
                  </a:srgbClr>
                </a:solidFill>
                <a:latin typeface="Corbel" panose="020B0503020204020204" pitchFamily="34" charset="0"/>
              </a:rPr>
              <a:t>GRATIAS TIBI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F28A7DB-119A-4093-9C51-C887BF2B3816}"/>
              </a:ext>
            </a:extLst>
          </p:cNvPr>
          <p:cNvSpPr/>
          <p:nvPr/>
        </p:nvSpPr>
        <p:spPr>
          <a:xfrm>
            <a:off x="7758830" y="4669676"/>
            <a:ext cx="1307995" cy="251898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r>
              <a:rPr lang="en-US" sz="2000" b="1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TERIMA KASIH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7EB5797-F226-45D1-B2F9-06A4C1DB95EA}"/>
              </a:ext>
            </a:extLst>
          </p:cNvPr>
          <p:cNvSpPr/>
          <p:nvPr/>
        </p:nvSpPr>
        <p:spPr>
          <a:xfrm rot="16200000">
            <a:off x="4455648" y="1314628"/>
            <a:ext cx="1845377" cy="62324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3450" b="1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ASANTE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630E392-42BD-4752-877B-DE2FC3CBEF71}"/>
              </a:ext>
            </a:extLst>
          </p:cNvPr>
          <p:cNvSpPr/>
          <p:nvPr/>
        </p:nvSpPr>
        <p:spPr>
          <a:xfrm rot="16200000">
            <a:off x="4600035" y="1852558"/>
            <a:ext cx="1002197" cy="304699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380" b="1">
                <a:ln w="38100">
                  <a:noFill/>
                </a:ln>
                <a:solidFill>
                  <a:srgbClr val="A6A6A6"/>
                </a:solidFill>
                <a:latin typeface="Corbel" panose="020B0503020204020204" pitchFamily="34" charset="0"/>
              </a:rPr>
              <a:t>SHUKRAN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B01E59E-E27A-4E47-A17E-924929ABEC57}"/>
              </a:ext>
            </a:extLst>
          </p:cNvPr>
          <p:cNvSpPr/>
          <p:nvPr/>
        </p:nvSpPr>
        <p:spPr>
          <a:xfrm rot="16200000">
            <a:off x="5348984" y="2050611"/>
            <a:ext cx="566181" cy="264816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121" b="1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TODA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C15ED30-7626-439E-8B42-606F76DBE433}"/>
              </a:ext>
            </a:extLst>
          </p:cNvPr>
          <p:cNvSpPr/>
          <p:nvPr/>
        </p:nvSpPr>
        <p:spPr>
          <a:xfrm>
            <a:off x="2057400" y="2462102"/>
            <a:ext cx="1437611" cy="320296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75000"/>
                  </a:srgbClr>
                </a:solidFill>
                <a:latin typeface="Corbel" panose="020B0503020204020204" pitchFamily="34" charset="0"/>
              </a:rPr>
              <a:t>SALAMAT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F9DFBBA-EACA-4AFF-B0F2-AB568ABA9DF9}"/>
              </a:ext>
            </a:extLst>
          </p:cNvPr>
          <p:cNvSpPr/>
          <p:nvPr/>
        </p:nvSpPr>
        <p:spPr>
          <a:xfrm>
            <a:off x="2231722" y="2969926"/>
            <a:ext cx="777813" cy="214024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20000"/>
                    <a:lumOff val="80000"/>
                  </a:srgbClr>
                </a:solidFill>
                <a:latin typeface="Corbel" panose="020B0503020204020204" pitchFamily="34" charset="0"/>
              </a:rPr>
              <a:t>NA GODE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7DC377C-B4F4-4EAB-85D8-78E2E30A3B24}"/>
              </a:ext>
            </a:extLst>
          </p:cNvPr>
          <p:cNvSpPr/>
          <p:nvPr/>
        </p:nvSpPr>
        <p:spPr>
          <a:xfrm>
            <a:off x="2305802" y="3145850"/>
            <a:ext cx="800540" cy="31790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466" b="1" spc="-35">
                <a:ln w="38100">
                  <a:noFill/>
                </a:ln>
                <a:solidFill>
                  <a:srgbClr val="B9B9B9"/>
                </a:solidFill>
                <a:latin typeface="Corbel" panose="020B0503020204020204" pitchFamily="34" charset="0"/>
              </a:rPr>
              <a:t>DO JEH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55DE092-DF83-45AA-A2D7-FD2D24DEAAA0}"/>
              </a:ext>
            </a:extLst>
          </p:cNvPr>
          <p:cNvSpPr/>
          <p:nvPr/>
        </p:nvSpPr>
        <p:spPr>
          <a:xfrm>
            <a:off x="8431159" y="2980059"/>
            <a:ext cx="1290617" cy="569562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FFFFFF"/>
                </a:solidFill>
                <a:latin typeface="Corbel" panose="020B0503020204020204" pitchFamily="34" charset="0"/>
              </a:rPr>
              <a:t>YOU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A19FCE-967F-4269-A011-FEEA8532CDA3}"/>
              </a:ext>
            </a:extLst>
          </p:cNvPr>
          <p:cNvSpPr/>
          <p:nvPr/>
        </p:nvSpPr>
        <p:spPr>
          <a:xfrm>
            <a:off x="4959218" y="2308025"/>
            <a:ext cx="1518301" cy="62324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3450" b="1" spc="-173">
                <a:ln w="38100">
                  <a:noFill/>
                </a:ln>
                <a:solidFill>
                  <a:srgbClr val="7EBEED"/>
                </a:solidFill>
                <a:latin typeface="Corbel" panose="020B0503020204020204" pitchFamily="34" charset="0"/>
              </a:rPr>
              <a:t>DEKUJI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FC3687F-E315-4359-A905-8781E181E9A2}"/>
              </a:ext>
            </a:extLst>
          </p:cNvPr>
          <p:cNvSpPr/>
          <p:nvPr/>
        </p:nvSpPr>
        <p:spPr>
          <a:xfrm>
            <a:off x="8526033" y="3918491"/>
            <a:ext cx="1179303" cy="341141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7EBEED">
                    <a:lumMod val="60000"/>
                    <a:lumOff val="40000"/>
                  </a:srgbClr>
                </a:solidFill>
                <a:latin typeface="Corbel" panose="020B0503020204020204" pitchFamily="34" charset="0"/>
              </a:rPr>
              <a:t>Blagodarya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2C76548-6890-4CC5-83D2-9BCCF7FC4A57}"/>
              </a:ext>
            </a:extLst>
          </p:cNvPr>
          <p:cNvSpPr/>
          <p:nvPr/>
        </p:nvSpPr>
        <p:spPr>
          <a:xfrm>
            <a:off x="6737473" y="1852565"/>
            <a:ext cx="1036566" cy="307777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400" b="1">
                <a:ln w="38100">
                  <a:noFill/>
                </a:ln>
                <a:solidFill>
                  <a:srgbClr val="7EBEED"/>
                </a:solidFill>
                <a:latin typeface="Corbel" panose="020B0503020204020204" pitchFamily="34" charset="0"/>
              </a:rPr>
              <a:t>SHUKRIYA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F628893-04F8-4BEB-BA7F-4DD402B2B2FB}"/>
              </a:ext>
            </a:extLst>
          </p:cNvPr>
          <p:cNvSpPr/>
          <p:nvPr/>
        </p:nvSpPr>
        <p:spPr>
          <a:xfrm>
            <a:off x="3325647" y="2986764"/>
            <a:ext cx="5128100" cy="1266532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4663" spc="-345" dirty="0">
                <a:ln w="31750">
                  <a:solidFill>
                    <a:srgbClr val="277296"/>
                  </a:solidFill>
                </a:ln>
                <a:solidFill>
                  <a:srgbClr val="FFFFFF"/>
                </a:solidFill>
                <a:latin typeface="Corbel" panose="020B0503020204020204" pitchFamily="34" charset="0"/>
              </a:rPr>
              <a:t>THANK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6C377B1-2F71-4AF6-9C23-68A571183729}"/>
              </a:ext>
            </a:extLst>
          </p:cNvPr>
          <p:cNvSpPr/>
          <p:nvPr/>
        </p:nvSpPr>
        <p:spPr>
          <a:xfrm>
            <a:off x="8534400" y="5052980"/>
            <a:ext cx="1495891" cy="531096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75000"/>
                  </a:srgbClr>
                </a:solidFill>
                <a:latin typeface="Corbel" panose="020B0503020204020204" pitchFamily="34" charset="0"/>
              </a:rPr>
              <a:t>Doumo Arigatou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9D317B0-03A0-4A42-8EBE-7DB7CC654F30}"/>
              </a:ext>
            </a:extLst>
          </p:cNvPr>
          <p:cNvSpPr/>
          <p:nvPr/>
        </p:nvSpPr>
        <p:spPr>
          <a:xfrm>
            <a:off x="2752472" y="5530315"/>
            <a:ext cx="1743328" cy="569643"/>
          </a:xfrm>
          <a:prstGeom prst="rect">
            <a:avLst/>
          </a:prstGeom>
          <a:ln w="0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881"/>
              </a:lnSpc>
            </a:pPr>
            <a:r>
              <a:rPr lang="en-US" sz="3019" kern="1600" spc="-147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Khob-kun</a:t>
            </a:r>
            <a:endParaRPr lang="en-US" sz="3019" b="1" kern="1600" spc="-147">
              <a:ln w="38100">
                <a:noFill/>
              </a:ln>
              <a:solidFill>
                <a:srgbClr val="FF5050"/>
              </a:solidFill>
              <a:latin typeface="Corbel" panose="020B0503020204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01FD9C-5D42-41E0-91BD-BD573F5D6F8A}"/>
              </a:ext>
            </a:extLst>
          </p:cNvPr>
          <p:cNvSpPr/>
          <p:nvPr/>
        </p:nvSpPr>
        <p:spPr>
          <a:xfrm>
            <a:off x="4876800" y="5793566"/>
            <a:ext cx="13594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54373"/>
                </a:solidFill>
                <a:latin typeface="Corbel" panose="020B0503020204020204" pitchFamily="34" charset="0"/>
              </a:rPr>
              <a:t>Köszönöm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45851C0-F049-4687-A2FE-85B5E7459822}"/>
              </a:ext>
            </a:extLst>
          </p:cNvPr>
          <p:cNvSpPr/>
          <p:nvPr/>
        </p:nvSpPr>
        <p:spPr>
          <a:xfrm>
            <a:off x="7047051" y="5497599"/>
            <a:ext cx="1106349" cy="320296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75000"/>
                  </a:srgbClr>
                </a:solidFill>
                <a:latin typeface="Corbel" panose="020B0503020204020204" pitchFamily="34" charset="0"/>
              </a:rPr>
              <a:t>DZIEKUJE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4859082-5075-417C-9FA2-C1FDCA52D3C1}"/>
              </a:ext>
            </a:extLst>
          </p:cNvPr>
          <p:cNvSpPr/>
          <p:nvPr/>
        </p:nvSpPr>
        <p:spPr>
          <a:xfrm>
            <a:off x="8620789" y="2444380"/>
            <a:ext cx="1437611" cy="320296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75000"/>
                  </a:srgbClr>
                </a:solidFill>
                <a:latin typeface="Corbel" panose="020B0503020204020204" pitchFamily="34" charset="0"/>
              </a:rPr>
              <a:t>Hsieh hsieh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98E674F-51B4-4F98-BAEF-04C0B019D885}"/>
              </a:ext>
            </a:extLst>
          </p:cNvPr>
          <p:cNvSpPr/>
          <p:nvPr/>
        </p:nvSpPr>
        <p:spPr>
          <a:xfrm>
            <a:off x="6742451" y="2083977"/>
            <a:ext cx="1959061" cy="355545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r>
              <a:rPr lang="en-US" sz="1400" b="1">
                <a:ln w="38100">
                  <a:noFill/>
                </a:ln>
                <a:solidFill>
                  <a:srgbClr val="7EBEED">
                    <a:lumMod val="75000"/>
                  </a:srgbClr>
                </a:solidFill>
                <a:latin typeface="Corbel" panose="020B0503020204020204" pitchFamily="34" charset="0"/>
              </a:rPr>
              <a:t>Go raibh maith agaibh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EF1A3C1-462C-4CC3-B0EC-9AF5623BDAE0}"/>
              </a:ext>
            </a:extLst>
          </p:cNvPr>
          <p:cNvSpPr txBox="1"/>
          <p:nvPr/>
        </p:nvSpPr>
        <p:spPr>
          <a:xfrm>
            <a:off x="9139774" y="2078147"/>
            <a:ext cx="1419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2000">
                <a:solidFill>
                  <a:srgbClr val="FF5050"/>
                </a:solidFill>
                <a:latin typeface="Arial Nova Cond" panose="020B0604020202020204" pitchFamily="34" charset="0"/>
              </a:rPr>
              <a:t>Cảm ơn</a:t>
            </a:r>
            <a:endParaRPr lang="en-US" sz="2000">
              <a:solidFill>
                <a:srgbClr val="FF5050"/>
              </a:solidFill>
              <a:latin typeface="Arial Nova Cond" panose="020B06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7391130-DBAB-4764-94E2-A51083B1283C}"/>
              </a:ext>
            </a:extLst>
          </p:cNvPr>
          <p:cNvSpPr/>
          <p:nvPr/>
        </p:nvSpPr>
        <p:spPr>
          <a:xfrm>
            <a:off x="5229448" y="5527698"/>
            <a:ext cx="1022844" cy="307777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400" b="1">
                <a:ln w="38100">
                  <a:noFill/>
                </a:ln>
                <a:solidFill>
                  <a:srgbClr val="7EBEED"/>
                </a:solidFill>
                <a:latin typeface="Corbel" panose="020B0503020204020204" pitchFamily="34" charset="0"/>
              </a:rPr>
              <a:t>Tusen takk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A9FD37B-96FA-473C-B43A-363243EF6513}"/>
              </a:ext>
            </a:extLst>
          </p:cNvPr>
          <p:cNvSpPr/>
          <p:nvPr/>
        </p:nvSpPr>
        <p:spPr>
          <a:xfrm>
            <a:off x="2284410" y="5298893"/>
            <a:ext cx="1959061" cy="355545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pPr algn="r"/>
            <a:r>
              <a:rPr lang="en-US" sz="1400" b="1" dirty="0">
                <a:ln w="38100">
                  <a:noFill/>
                </a:ln>
                <a:solidFill>
                  <a:srgbClr val="7EBEED">
                    <a:lumMod val="75000"/>
                  </a:srgbClr>
                </a:solidFill>
                <a:latin typeface="Corbel" panose="020B0503020204020204" pitchFamily="34" charset="0"/>
              </a:rPr>
              <a:t>Dhanyavaad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D6BCA9D-3110-421D-9807-E8BF9F41C3BE}"/>
              </a:ext>
            </a:extLst>
          </p:cNvPr>
          <p:cNvSpPr txBox="1"/>
          <p:nvPr/>
        </p:nvSpPr>
        <p:spPr>
          <a:xfrm>
            <a:off x="2013009" y="2074943"/>
            <a:ext cx="1419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rgbClr val="FF5050"/>
                </a:solidFill>
                <a:latin typeface="Arial Nova Cond" panose="020B0604020202020204" pitchFamily="34" charset="0"/>
              </a:rPr>
              <a:t>Grazzi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EB4E96-C8CB-A196-BD42-FF66E83033A8}"/>
              </a:ext>
            </a:extLst>
          </p:cNvPr>
          <p:cNvSpPr/>
          <p:nvPr/>
        </p:nvSpPr>
        <p:spPr>
          <a:xfrm>
            <a:off x="457200" y="2742696"/>
            <a:ext cx="11125200" cy="1729376"/>
          </a:xfrm>
          <a:prstGeom prst="roundRect">
            <a:avLst/>
          </a:prstGeom>
          <a:solidFill>
            <a:srgbClr val="277296"/>
          </a:solidFill>
          <a:ln w="25400" cap="flat" cmpd="sng" algn="ctr">
            <a:noFill/>
            <a:prstDash val="solid"/>
          </a:ln>
          <a:effectLst>
            <a:softEdge rad="1143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543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A78EE1-7913-BEE6-58D2-0BE03EF62532}"/>
              </a:ext>
            </a:extLst>
          </p:cNvPr>
          <p:cNvSpPr/>
          <p:nvPr/>
        </p:nvSpPr>
        <p:spPr>
          <a:xfrm>
            <a:off x="6710394" y="2207409"/>
            <a:ext cx="1819409" cy="756041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4313" spc="-173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DANKE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84934-F152-F59A-45B8-8502AE26F0F6}"/>
              </a:ext>
            </a:extLst>
          </p:cNvPr>
          <p:cNvSpPr/>
          <p:nvPr/>
        </p:nvSpPr>
        <p:spPr>
          <a:xfrm>
            <a:off x="6844051" y="4944372"/>
            <a:ext cx="1350694" cy="610552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r>
              <a:rPr lang="en-US" sz="3191" b="1" spc="-173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GRAZIE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CDECE-1739-C3C6-FD03-017432460BD9}"/>
              </a:ext>
            </a:extLst>
          </p:cNvPr>
          <p:cNvSpPr/>
          <p:nvPr/>
        </p:nvSpPr>
        <p:spPr>
          <a:xfrm>
            <a:off x="7764669" y="4365251"/>
            <a:ext cx="1275734" cy="424090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MAHALO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590D5-A735-A21B-28EF-DE3DAC966A97}"/>
              </a:ext>
            </a:extLst>
          </p:cNvPr>
          <p:cNvSpPr/>
          <p:nvPr/>
        </p:nvSpPr>
        <p:spPr>
          <a:xfrm>
            <a:off x="2941837" y="4327906"/>
            <a:ext cx="1743328" cy="569643"/>
          </a:xfrm>
          <a:prstGeom prst="rect">
            <a:avLst/>
          </a:prstGeom>
          <a:ln w="0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881"/>
              </a:lnSpc>
            </a:pPr>
            <a:r>
              <a:rPr lang="en-US" sz="3019" kern="1600" spc="-147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DANKE</a:t>
            </a:r>
            <a:r>
              <a:rPr lang="en-US" sz="3019" kern="1600" spc="-147">
                <a:ln w="38100">
                  <a:noFill/>
                </a:ln>
                <a:solidFill>
                  <a:srgbClr val="054373"/>
                </a:solidFill>
                <a:latin typeface="Corbel" panose="020B0503020204020204" pitchFamily="34" charset="0"/>
              </a:rPr>
              <a:t> </a:t>
            </a:r>
            <a:r>
              <a:rPr lang="en-US" sz="3019" kern="1600" spc="-147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JE</a:t>
            </a:r>
            <a:endParaRPr lang="en-US" sz="3019" b="1" kern="1600" spc="-147">
              <a:ln w="38100">
                <a:noFill/>
              </a:ln>
              <a:solidFill>
                <a:srgbClr val="FF5050"/>
              </a:solidFill>
              <a:latin typeface="Corbel" panose="020B05030202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F34217-4462-2F8B-86D9-0CE186DFACAF}"/>
              </a:ext>
            </a:extLst>
          </p:cNvPr>
          <p:cNvSpPr/>
          <p:nvPr/>
        </p:nvSpPr>
        <p:spPr>
          <a:xfrm rot="16200000">
            <a:off x="4584875" y="4989006"/>
            <a:ext cx="184731" cy="555024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pPr>
              <a:lnSpc>
                <a:spcPts val="3881"/>
              </a:lnSpc>
            </a:pPr>
            <a:endParaRPr lang="en-US" sz="2588" b="1" kern="1600" spc="-147">
              <a:ln w="38100">
                <a:noFill/>
              </a:ln>
              <a:solidFill>
                <a:srgbClr val="7EBEED"/>
              </a:solidFill>
              <a:latin typeface="Corbel" panose="020B05030202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2171D9-2668-1CE5-9DC5-9536652F7F35}"/>
              </a:ext>
            </a:extLst>
          </p:cNvPr>
          <p:cNvSpPr/>
          <p:nvPr/>
        </p:nvSpPr>
        <p:spPr>
          <a:xfrm>
            <a:off x="3582482" y="2309437"/>
            <a:ext cx="1444819" cy="62324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3450" b="1" spc="-173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XIE XIE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86A5B3-2DC1-D2FC-0DD8-2DE5F3BD10EF}"/>
              </a:ext>
            </a:extLst>
          </p:cNvPr>
          <p:cNvSpPr/>
          <p:nvPr/>
        </p:nvSpPr>
        <p:spPr>
          <a:xfrm rot="16200000">
            <a:off x="5353120" y="1403884"/>
            <a:ext cx="1797736" cy="463973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415" b="1">
                <a:ln w="38100">
                  <a:noFill/>
                </a:ln>
                <a:solidFill>
                  <a:srgbClr val="054373"/>
                </a:solidFill>
                <a:latin typeface="Corbel" panose="020B0503020204020204" pitchFamily="34" charset="0"/>
              </a:rPr>
              <a:t>EFHARISTO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4A0629-B604-C658-1DC5-CBFCB6860F85}"/>
              </a:ext>
            </a:extLst>
          </p:cNvPr>
          <p:cNvSpPr/>
          <p:nvPr/>
        </p:nvSpPr>
        <p:spPr>
          <a:xfrm rot="16200000">
            <a:off x="5812136" y="5222799"/>
            <a:ext cx="1550424" cy="520014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pPr>
              <a:lnSpc>
                <a:spcPts val="3881"/>
              </a:lnSpc>
            </a:pPr>
            <a:r>
              <a:rPr lang="en-US" sz="1553" b="1" kern="1600">
                <a:ln w="38100">
                  <a:noFill/>
                </a:ln>
                <a:solidFill>
                  <a:srgbClr val="054373">
                    <a:lumMod val="65000"/>
                    <a:lumOff val="35000"/>
                  </a:srgbClr>
                </a:solidFill>
                <a:latin typeface="Corbel" panose="020B0503020204020204" pitchFamily="34" charset="0"/>
              </a:rPr>
              <a:t>FALEMINDERIT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E830FF-D16F-56AA-FF22-8B8572A0FCC8}"/>
              </a:ext>
            </a:extLst>
          </p:cNvPr>
          <p:cNvSpPr/>
          <p:nvPr/>
        </p:nvSpPr>
        <p:spPr>
          <a:xfrm>
            <a:off x="4168564" y="1947159"/>
            <a:ext cx="872739" cy="31790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466" b="1" spc="-35">
                <a:ln w="38100">
                  <a:noFill/>
                </a:ln>
                <a:solidFill>
                  <a:srgbClr val="054373">
                    <a:lumMod val="60000"/>
                    <a:lumOff val="40000"/>
                  </a:srgbClr>
                </a:solidFill>
                <a:latin typeface="Corbel" panose="020B0503020204020204" pitchFamily="34" charset="0"/>
              </a:rPr>
              <a:t>PALDIES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3F141E-5583-9FDA-6DB7-C4EC9AF04F8D}"/>
              </a:ext>
            </a:extLst>
          </p:cNvPr>
          <p:cNvSpPr/>
          <p:nvPr/>
        </p:nvSpPr>
        <p:spPr>
          <a:xfrm>
            <a:off x="2748026" y="2105944"/>
            <a:ext cx="994439" cy="424090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KIITOS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9E6C8E-B2BF-A21E-2827-D11260725840}"/>
              </a:ext>
            </a:extLst>
          </p:cNvPr>
          <p:cNvSpPr/>
          <p:nvPr/>
        </p:nvSpPr>
        <p:spPr>
          <a:xfrm>
            <a:off x="4833094" y="4265966"/>
            <a:ext cx="1889941" cy="848822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4916" b="1" spc="-173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MERCI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A2773B-29C6-6A91-2ABC-970E8CFF3CBC}"/>
              </a:ext>
            </a:extLst>
          </p:cNvPr>
          <p:cNvSpPr/>
          <p:nvPr/>
        </p:nvSpPr>
        <p:spPr>
          <a:xfrm>
            <a:off x="4933525" y="4976780"/>
            <a:ext cx="1575613" cy="341141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054373">
                    <a:lumMod val="65000"/>
                  </a:srgbClr>
                </a:solidFill>
                <a:latin typeface="Corbel" panose="020B0503020204020204" pitchFamily="34" charset="0"/>
              </a:rPr>
              <a:t>GRACIAS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0B2A8-CC16-66E6-C050-6C0945AEA815}"/>
              </a:ext>
            </a:extLst>
          </p:cNvPr>
          <p:cNvSpPr/>
          <p:nvPr/>
        </p:nvSpPr>
        <p:spPr>
          <a:xfrm>
            <a:off x="3766849" y="2091603"/>
            <a:ext cx="1290610" cy="437492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243" b="1" spc="-43">
                <a:ln w="38100">
                  <a:noFill/>
                </a:ln>
                <a:solidFill>
                  <a:srgbClr val="054373">
                    <a:lumMod val="65000"/>
                  </a:srgbClr>
                </a:solidFill>
                <a:latin typeface="Corbel" panose="020B0503020204020204" pitchFamily="34" charset="0"/>
              </a:rPr>
              <a:t>SPASIBO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F1C0CF-9C79-E30A-8605-AC2E86B73186}"/>
              </a:ext>
            </a:extLst>
          </p:cNvPr>
          <p:cNvSpPr/>
          <p:nvPr/>
        </p:nvSpPr>
        <p:spPr>
          <a:xfrm>
            <a:off x="6821470" y="4463609"/>
            <a:ext cx="1022268" cy="424090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7EBEED"/>
                </a:solidFill>
                <a:latin typeface="Corbel" panose="020B0503020204020204" pitchFamily="34" charset="0"/>
              </a:rPr>
              <a:t>HVALA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D1AD72-D9AC-9556-6197-EB24C77F5D72}"/>
              </a:ext>
            </a:extLst>
          </p:cNvPr>
          <p:cNvSpPr/>
          <p:nvPr/>
        </p:nvSpPr>
        <p:spPr>
          <a:xfrm rot="16200000">
            <a:off x="5998922" y="5553511"/>
            <a:ext cx="865493" cy="331309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553" b="1" spc="-43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DANK 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22B9D5-4F52-380C-1A12-D4236969E5F4}"/>
              </a:ext>
            </a:extLst>
          </p:cNvPr>
          <p:cNvSpPr/>
          <p:nvPr/>
        </p:nvSpPr>
        <p:spPr>
          <a:xfrm>
            <a:off x="2817517" y="4747505"/>
            <a:ext cx="1491703" cy="355545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r>
              <a:rPr lang="en-US" sz="1800" b="1">
                <a:ln w="38100">
                  <a:noFill/>
                </a:ln>
                <a:solidFill>
                  <a:srgbClr val="054373"/>
                </a:solidFill>
                <a:latin typeface="Corbel" panose="020B0503020204020204" pitchFamily="34" charset="0"/>
              </a:rPr>
              <a:t>Gamsahabnida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039490-156E-AEAF-ABD8-B6652BBD2E89}"/>
              </a:ext>
            </a:extLst>
          </p:cNvPr>
          <p:cNvSpPr/>
          <p:nvPr/>
        </p:nvSpPr>
        <p:spPr>
          <a:xfrm rot="16200000">
            <a:off x="3762164" y="5211534"/>
            <a:ext cx="1313180" cy="514115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pPr>
              <a:lnSpc>
                <a:spcPts val="3881"/>
              </a:lnSpc>
            </a:pPr>
            <a:r>
              <a:rPr lang="en-US" sz="1380" b="1" kern="1600">
                <a:ln w="38100">
                  <a:noFill/>
                </a:ln>
                <a:solidFill>
                  <a:srgbClr val="054373">
                    <a:lumMod val="65000"/>
                    <a:lumOff val="35000"/>
                  </a:srgbClr>
                </a:solidFill>
                <a:latin typeface="Corbel" panose="020B0503020204020204" pitchFamily="34" charset="0"/>
              </a:rPr>
              <a:t>NGIYABONGA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32D2E-AED5-8D89-DEDC-37C6A92877EE}"/>
              </a:ext>
            </a:extLst>
          </p:cNvPr>
          <p:cNvSpPr/>
          <p:nvPr/>
        </p:nvSpPr>
        <p:spPr>
          <a:xfrm>
            <a:off x="2821578" y="1990741"/>
            <a:ext cx="906017" cy="264816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121" b="1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OBRIGADO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1DC79-0622-93B9-C00E-404310F4AE7C}"/>
              </a:ext>
            </a:extLst>
          </p:cNvPr>
          <p:cNvSpPr/>
          <p:nvPr/>
        </p:nvSpPr>
        <p:spPr>
          <a:xfrm rot="16200000">
            <a:off x="2374162" y="3455088"/>
            <a:ext cx="1546834" cy="369332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b="1">
                <a:ln w="38100">
                  <a:noFill/>
                </a:ln>
                <a:solidFill>
                  <a:srgbClr val="7EBEED">
                    <a:lumMod val="60000"/>
                    <a:lumOff val="40000"/>
                  </a:srgbClr>
                </a:solidFill>
                <a:latin typeface="Corbel" panose="020B0503020204020204" pitchFamily="34" charset="0"/>
              </a:rPr>
              <a:t>GRATIAS TIBI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03FB8E-3443-D8D7-C45D-7430C10A1D74}"/>
              </a:ext>
            </a:extLst>
          </p:cNvPr>
          <p:cNvSpPr/>
          <p:nvPr/>
        </p:nvSpPr>
        <p:spPr>
          <a:xfrm>
            <a:off x="7758830" y="4669676"/>
            <a:ext cx="1307995" cy="251898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r>
              <a:rPr lang="en-US" sz="2000" b="1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TERIMA KASIH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FE8D4C-7CD1-E42B-2925-4D6260E1CD54}"/>
              </a:ext>
            </a:extLst>
          </p:cNvPr>
          <p:cNvSpPr/>
          <p:nvPr/>
        </p:nvSpPr>
        <p:spPr>
          <a:xfrm rot="16200000">
            <a:off x="4455648" y="1314628"/>
            <a:ext cx="1845377" cy="62324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3450" b="1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ASANTE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EFE7E9-0312-0541-719B-8518EE01BD78}"/>
              </a:ext>
            </a:extLst>
          </p:cNvPr>
          <p:cNvSpPr/>
          <p:nvPr/>
        </p:nvSpPr>
        <p:spPr>
          <a:xfrm rot="16200000">
            <a:off x="4600035" y="1852558"/>
            <a:ext cx="1002197" cy="304699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380" b="1">
                <a:ln w="38100">
                  <a:noFill/>
                </a:ln>
                <a:solidFill>
                  <a:srgbClr val="A6A6A6"/>
                </a:solidFill>
                <a:latin typeface="Corbel" panose="020B0503020204020204" pitchFamily="34" charset="0"/>
              </a:rPr>
              <a:t>SHUKRAN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2F4B2B-02C3-D0F1-C2CB-AB12F87AB410}"/>
              </a:ext>
            </a:extLst>
          </p:cNvPr>
          <p:cNvSpPr/>
          <p:nvPr/>
        </p:nvSpPr>
        <p:spPr>
          <a:xfrm rot="16200000">
            <a:off x="5348984" y="2050611"/>
            <a:ext cx="566181" cy="264816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121" b="1">
                <a:ln w="38100">
                  <a:noFill/>
                </a:ln>
                <a:solidFill>
                  <a:srgbClr val="054373">
                    <a:lumMod val="75000"/>
                    <a:lumOff val="25000"/>
                  </a:srgbClr>
                </a:solidFill>
                <a:latin typeface="Corbel" panose="020B0503020204020204" pitchFamily="34" charset="0"/>
              </a:rPr>
              <a:t>TODA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02ED66-3C6C-924A-DAA7-92859FD2BF7F}"/>
              </a:ext>
            </a:extLst>
          </p:cNvPr>
          <p:cNvSpPr/>
          <p:nvPr/>
        </p:nvSpPr>
        <p:spPr>
          <a:xfrm>
            <a:off x="2057400" y="2462102"/>
            <a:ext cx="1437611" cy="320296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75000"/>
                  </a:srgbClr>
                </a:solidFill>
                <a:latin typeface="Corbel" panose="020B0503020204020204" pitchFamily="34" charset="0"/>
              </a:rPr>
              <a:t>SALAMAT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DABA15-3246-6A36-225A-2FD8C2E0ACC6}"/>
              </a:ext>
            </a:extLst>
          </p:cNvPr>
          <p:cNvSpPr/>
          <p:nvPr/>
        </p:nvSpPr>
        <p:spPr>
          <a:xfrm>
            <a:off x="2231722" y="2969926"/>
            <a:ext cx="777813" cy="214024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20000"/>
                    <a:lumOff val="80000"/>
                  </a:srgbClr>
                </a:solidFill>
                <a:latin typeface="Corbel" panose="020B0503020204020204" pitchFamily="34" charset="0"/>
              </a:rPr>
              <a:t>NA GODE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068F3D-4C3C-620B-B7D3-9EAF694AC6A8}"/>
              </a:ext>
            </a:extLst>
          </p:cNvPr>
          <p:cNvSpPr/>
          <p:nvPr/>
        </p:nvSpPr>
        <p:spPr>
          <a:xfrm>
            <a:off x="2305802" y="3145850"/>
            <a:ext cx="800540" cy="31790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466" b="1" spc="-35">
                <a:ln w="38100">
                  <a:noFill/>
                </a:ln>
                <a:solidFill>
                  <a:srgbClr val="B9B9B9"/>
                </a:solidFill>
                <a:latin typeface="Corbel" panose="020B0503020204020204" pitchFamily="34" charset="0"/>
              </a:rPr>
              <a:t>DO JEH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9E8F99-5489-B635-2084-65A5DE12EB94}"/>
              </a:ext>
            </a:extLst>
          </p:cNvPr>
          <p:cNvSpPr/>
          <p:nvPr/>
        </p:nvSpPr>
        <p:spPr>
          <a:xfrm>
            <a:off x="8431159" y="2980059"/>
            <a:ext cx="1290617" cy="569562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FFFFFF"/>
                </a:solidFill>
                <a:latin typeface="Corbel" panose="020B0503020204020204" pitchFamily="34" charset="0"/>
              </a:rPr>
              <a:t>YOU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F0327F-8B68-33DF-FD7C-A6B6E9F35779}"/>
              </a:ext>
            </a:extLst>
          </p:cNvPr>
          <p:cNvSpPr/>
          <p:nvPr/>
        </p:nvSpPr>
        <p:spPr>
          <a:xfrm>
            <a:off x="4959218" y="2308025"/>
            <a:ext cx="1518301" cy="623248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3450" b="1" spc="-173">
                <a:ln w="38100">
                  <a:noFill/>
                </a:ln>
                <a:solidFill>
                  <a:srgbClr val="7EBEED"/>
                </a:solidFill>
                <a:latin typeface="Corbel" panose="020B0503020204020204" pitchFamily="34" charset="0"/>
              </a:rPr>
              <a:t>DEKUJI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BB8D0C-AE48-0AE5-D1D5-546E2EF5425C}"/>
              </a:ext>
            </a:extLst>
          </p:cNvPr>
          <p:cNvSpPr/>
          <p:nvPr/>
        </p:nvSpPr>
        <p:spPr>
          <a:xfrm>
            <a:off x="8526033" y="3918491"/>
            <a:ext cx="1179303" cy="341141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2156" b="1" spc="-43">
                <a:ln w="38100">
                  <a:noFill/>
                </a:ln>
                <a:solidFill>
                  <a:srgbClr val="7EBEED">
                    <a:lumMod val="60000"/>
                    <a:lumOff val="40000"/>
                  </a:srgbClr>
                </a:solidFill>
                <a:latin typeface="Corbel" panose="020B0503020204020204" pitchFamily="34" charset="0"/>
              </a:rPr>
              <a:t>Blagodarya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0F6019-8B7F-59C8-7BA2-A0099515B066}"/>
              </a:ext>
            </a:extLst>
          </p:cNvPr>
          <p:cNvSpPr/>
          <p:nvPr/>
        </p:nvSpPr>
        <p:spPr>
          <a:xfrm>
            <a:off x="6737473" y="1852565"/>
            <a:ext cx="1036566" cy="307777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400" b="1">
                <a:ln w="38100">
                  <a:noFill/>
                </a:ln>
                <a:solidFill>
                  <a:srgbClr val="7EBEED"/>
                </a:solidFill>
                <a:latin typeface="Corbel" panose="020B0503020204020204" pitchFamily="34" charset="0"/>
              </a:rPr>
              <a:t>SHUKRIYA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A7B728-C41D-D82F-C450-A48562F3C8E2}"/>
              </a:ext>
            </a:extLst>
          </p:cNvPr>
          <p:cNvSpPr/>
          <p:nvPr/>
        </p:nvSpPr>
        <p:spPr>
          <a:xfrm>
            <a:off x="3325647" y="2986764"/>
            <a:ext cx="5128100" cy="1266532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4663" spc="-345" dirty="0">
                <a:ln w="31750">
                  <a:solidFill>
                    <a:srgbClr val="277296"/>
                  </a:solidFill>
                </a:ln>
                <a:solidFill>
                  <a:srgbClr val="FFFFFF"/>
                </a:solidFill>
                <a:latin typeface="Corbel" panose="020B0503020204020204" pitchFamily="34" charset="0"/>
              </a:rPr>
              <a:t>THANK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43EFCA-DCAE-93B4-9174-CC95A940D07B}"/>
              </a:ext>
            </a:extLst>
          </p:cNvPr>
          <p:cNvSpPr/>
          <p:nvPr/>
        </p:nvSpPr>
        <p:spPr>
          <a:xfrm>
            <a:off x="8534400" y="5052980"/>
            <a:ext cx="1495891" cy="531096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75000"/>
                  </a:srgbClr>
                </a:solidFill>
                <a:latin typeface="Corbel" panose="020B0503020204020204" pitchFamily="34" charset="0"/>
              </a:rPr>
              <a:t>Doumo Arigatou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F2201D-224B-5E17-141C-5626D00CB367}"/>
              </a:ext>
            </a:extLst>
          </p:cNvPr>
          <p:cNvSpPr/>
          <p:nvPr/>
        </p:nvSpPr>
        <p:spPr>
          <a:xfrm>
            <a:off x="2752472" y="5530315"/>
            <a:ext cx="1743328" cy="569643"/>
          </a:xfrm>
          <a:prstGeom prst="rect">
            <a:avLst/>
          </a:prstGeom>
          <a:ln w="0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881"/>
              </a:lnSpc>
            </a:pPr>
            <a:r>
              <a:rPr lang="en-US" sz="3019" kern="1600" spc="-147">
                <a:ln w="38100">
                  <a:noFill/>
                </a:ln>
                <a:solidFill>
                  <a:srgbClr val="FF5050"/>
                </a:solidFill>
                <a:latin typeface="Corbel" panose="020B0503020204020204" pitchFamily="34" charset="0"/>
              </a:rPr>
              <a:t>Khob-kun</a:t>
            </a:r>
            <a:endParaRPr lang="en-US" sz="3019" b="1" kern="1600" spc="-147">
              <a:ln w="38100">
                <a:noFill/>
              </a:ln>
              <a:solidFill>
                <a:srgbClr val="FF5050"/>
              </a:solidFill>
              <a:latin typeface="Corbel" panose="020B05030202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605C13-BA47-DCCB-5AA7-F2DBF7097E0B}"/>
              </a:ext>
            </a:extLst>
          </p:cNvPr>
          <p:cNvSpPr/>
          <p:nvPr/>
        </p:nvSpPr>
        <p:spPr>
          <a:xfrm>
            <a:off x="4876800" y="5793566"/>
            <a:ext cx="13594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54373"/>
                </a:solidFill>
                <a:latin typeface="Corbel" panose="020B0503020204020204" pitchFamily="34" charset="0"/>
              </a:rPr>
              <a:t>Köszönöm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3E1B7F-7AC9-CD38-4FD8-3C82FDEEA1EB}"/>
              </a:ext>
            </a:extLst>
          </p:cNvPr>
          <p:cNvSpPr/>
          <p:nvPr/>
        </p:nvSpPr>
        <p:spPr>
          <a:xfrm>
            <a:off x="7047051" y="5497599"/>
            <a:ext cx="1106349" cy="320296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75000"/>
                  </a:srgbClr>
                </a:solidFill>
                <a:latin typeface="Corbel" panose="020B0503020204020204" pitchFamily="34" charset="0"/>
              </a:rPr>
              <a:t>DZIEKUJE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7FB1767-D7D0-DB85-83EB-E063851CB3A8}"/>
              </a:ext>
            </a:extLst>
          </p:cNvPr>
          <p:cNvSpPr/>
          <p:nvPr/>
        </p:nvSpPr>
        <p:spPr>
          <a:xfrm>
            <a:off x="8620789" y="2444380"/>
            <a:ext cx="1437611" cy="320296"/>
          </a:xfrm>
          <a:prstGeom prst="rect">
            <a:avLst/>
          </a:prstGeom>
          <a:ln w="0">
            <a:noFill/>
          </a:ln>
        </p:spPr>
        <p:txBody>
          <a:bodyPr wrap="none">
            <a:prstTxWarp prst="textPlain">
              <a:avLst/>
            </a:prstTxWarp>
            <a:spAutoFit/>
          </a:bodyPr>
          <a:lstStyle/>
          <a:p>
            <a:r>
              <a:rPr lang="en-US" sz="1725" b="1">
                <a:ln w="38100">
                  <a:noFill/>
                </a:ln>
                <a:solidFill>
                  <a:srgbClr val="054373">
                    <a:lumMod val="75000"/>
                  </a:srgbClr>
                </a:solidFill>
                <a:latin typeface="Corbel" panose="020B0503020204020204" pitchFamily="34" charset="0"/>
              </a:rPr>
              <a:t>Hsieh hsieh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477D1E-A023-E30A-33D2-04C645619657}"/>
              </a:ext>
            </a:extLst>
          </p:cNvPr>
          <p:cNvSpPr/>
          <p:nvPr/>
        </p:nvSpPr>
        <p:spPr>
          <a:xfrm>
            <a:off x="6742451" y="2083977"/>
            <a:ext cx="1959061" cy="355545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r>
              <a:rPr lang="en-US" sz="1400" b="1">
                <a:ln w="38100">
                  <a:noFill/>
                </a:ln>
                <a:solidFill>
                  <a:srgbClr val="7EBEED">
                    <a:lumMod val="75000"/>
                  </a:srgbClr>
                </a:solidFill>
                <a:latin typeface="Corbel" panose="020B0503020204020204" pitchFamily="34" charset="0"/>
              </a:rPr>
              <a:t>Go raibh maith agaibh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1BA991-4106-F008-E381-F2E5ECB70A1C}"/>
              </a:ext>
            </a:extLst>
          </p:cNvPr>
          <p:cNvSpPr txBox="1"/>
          <p:nvPr/>
        </p:nvSpPr>
        <p:spPr>
          <a:xfrm>
            <a:off x="9139774" y="2078147"/>
            <a:ext cx="1419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2000">
                <a:solidFill>
                  <a:srgbClr val="FF5050"/>
                </a:solidFill>
                <a:latin typeface="Arial Nova Cond" panose="020B0604020202020204" pitchFamily="34" charset="0"/>
              </a:rPr>
              <a:t>Cảm ơn</a:t>
            </a:r>
            <a:endParaRPr lang="en-US" sz="2000">
              <a:solidFill>
                <a:srgbClr val="FF5050"/>
              </a:solidFill>
              <a:latin typeface="Arial Nova Cond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7471BA-A75E-F7CB-ECBA-8AAA911B905D}"/>
              </a:ext>
            </a:extLst>
          </p:cNvPr>
          <p:cNvSpPr/>
          <p:nvPr/>
        </p:nvSpPr>
        <p:spPr>
          <a:xfrm>
            <a:off x="5229448" y="5527698"/>
            <a:ext cx="1022844" cy="307777"/>
          </a:xfrm>
          <a:prstGeom prst="rect">
            <a:avLst/>
          </a:prstGeom>
          <a:ln w="0">
            <a:noFill/>
          </a:ln>
        </p:spPr>
        <p:txBody>
          <a:bodyPr wrap="none">
            <a:spAutoFit/>
          </a:bodyPr>
          <a:lstStyle/>
          <a:p>
            <a:r>
              <a:rPr lang="en-US" sz="1400" b="1">
                <a:ln w="38100">
                  <a:noFill/>
                </a:ln>
                <a:solidFill>
                  <a:srgbClr val="7EBEED"/>
                </a:solidFill>
                <a:latin typeface="Corbel" panose="020B0503020204020204" pitchFamily="34" charset="0"/>
              </a:rPr>
              <a:t>Tusen takk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1F480F-49DE-1952-13DF-D7F1CA924165}"/>
              </a:ext>
            </a:extLst>
          </p:cNvPr>
          <p:cNvSpPr/>
          <p:nvPr/>
        </p:nvSpPr>
        <p:spPr>
          <a:xfrm>
            <a:off x="2284410" y="5298893"/>
            <a:ext cx="1959061" cy="355545"/>
          </a:xfrm>
          <a:prstGeom prst="rect">
            <a:avLst/>
          </a:prstGeom>
          <a:ln w="0">
            <a:noFill/>
          </a:ln>
        </p:spPr>
        <p:txBody>
          <a:bodyPr wrap="none">
            <a:noAutofit/>
          </a:bodyPr>
          <a:lstStyle/>
          <a:p>
            <a:pPr algn="r"/>
            <a:r>
              <a:rPr lang="en-US" sz="1400" b="1" dirty="0">
                <a:ln w="38100">
                  <a:noFill/>
                </a:ln>
                <a:solidFill>
                  <a:srgbClr val="7EBEED">
                    <a:lumMod val="75000"/>
                  </a:srgbClr>
                </a:solidFill>
                <a:latin typeface="Corbel" panose="020B0503020204020204" pitchFamily="34" charset="0"/>
              </a:rPr>
              <a:t>Dhanyavaad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6C59DE-E4DD-2335-6532-1CC80F22EB90}"/>
              </a:ext>
            </a:extLst>
          </p:cNvPr>
          <p:cNvSpPr txBox="1"/>
          <p:nvPr/>
        </p:nvSpPr>
        <p:spPr>
          <a:xfrm>
            <a:off x="2013009" y="2074943"/>
            <a:ext cx="1419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rgbClr val="FF5050"/>
                </a:solidFill>
                <a:latin typeface="Arial Nova Cond" panose="020B0604020202020204" pitchFamily="34" charset="0"/>
              </a:rPr>
              <a:t>Grazzi</a:t>
            </a:r>
          </a:p>
        </p:txBody>
      </p:sp>
    </p:spTree>
    <p:extLst>
      <p:ext uri="{BB962C8B-B14F-4D97-AF65-F5344CB8AC3E}">
        <p14:creationId xmlns:p14="http://schemas.microsoft.com/office/powerpoint/2010/main" val="412146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DDEA103-B109-139E-6D1C-55413D01F3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1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 hasCustomPrompt="1"/>
          </p:nvPr>
        </p:nvSpPr>
        <p:spPr>
          <a:xfrm>
            <a:off x="274320" y="1060704"/>
            <a:ext cx="5623560" cy="51206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aseline="0"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solidFill>
                  <a:srgbClr val="3A79A7"/>
                </a:solidFill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add text (20, bold, do not autofit)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 hasCustomPrompt="1"/>
          </p:nvPr>
        </p:nvSpPr>
        <p:spPr>
          <a:xfrm>
            <a:off x="6176168" y="1060704"/>
            <a:ext cx="5619592" cy="51206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aseline="0">
                <a:solidFill>
                  <a:srgbClr val="3A79A7"/>
                </a:solidFill>
                <a:latin typeface="+mj-lt"/>
              </a:defRPr>
            </a:lvl1pPr>
            <a:lvl2pPr>
              <a:buClr>
                <a:srgbClr val="277296"/>
              </a:buClr>
              <a:defRPr sz="1800">
                <a:latin typeface="+mj-lt"/>
              </a:defRPr>
            </a:lvl2pPr>
            <a:lvl3pPr>
              <a:defRPr sz="1800">
                <a:solidFill>
                  <a:srgbClr val="3A79A7"/>
                </a:solidFill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add text (20, bold, do not autofit)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A2ED496-305E-4D50-9269-55F636B07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521440" cy="76200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9FA9608-CC51-57E1-E64A-5D91B1F362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40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7">
            <a:extLst>
              <a:ext uri="{FF2B5EF4-FFF2-40B4-BE49-F238E27FC236}">
                <a16:creationId xmlns:a16="http://schemas.microsoft.com/office/drawing/2014/main" id="{A52FDCF9-8FD9-452B-902D-F539D4F41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521440" cy="76199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BBB4EDE-81B8-42B7-9A0B-842285F35F69}"/>
              </a:ext>
            </a:extLst>
          </p:cNvPr>
          <p:cNvSpPr>
            <a:spLocks noGrp="1"/>
          </p:cNvSpPr>
          <p:nvPr>
            <p:ph type="body" sz="half" idx="1" hasCustomPrompt="1"/>
          </p:nvPr>
        </p:nvSpPr>
        <p:spPr>
          <a:xfrm>
            <a:off x="3657600" y="987552"/>
            <a:ext cx="8138160" cy="32918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aseline="0"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solidFill>
                  <a:srgbClr val="3A79A7"/>
                </a:solidFill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add text (20, bold, do not autofit)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3E4AF21-134B-4A20-882F-4426495C06BC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>
          <a:xfrm>
            <a:off x="3657599" y="4467019"/>
            <a:ext cx="8138159" cy="17183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Click to add table</a:t>
            </a:r>
          </a:p>
        </p:txBody>
      </p:sp>
      <p:sp>
        <p:nvSpPr>
          <p:cNvPr id="2" name="Rounded Rectangle 11">
            <a:extLst>
              <a:ext uri="{FF2B5EF4-FFF2-40B4-BE49-F238E27FC236}">
                <a16:creationId xmlns:a16="http://schemas.microsoft.com/office/drawing/2014/main" id="{8CDF6199-D864-B2A2-A014-0DAD0DD7473B}"/>
              </a:ext>
            </a:extLst>
          </p:cNvPr>
          <p:cNvSpPr/>
          <p:nvPr/>
        </p:nvSpPr>
        <p:spPr>
          <a:xfrm>
            <a:off x="274320" y="986631"/>
            <a:ext cx="3260880" cy="3291840"/>
          </a:xfrm>
          <a:prstGeom prst="roundRect">
            <a:avLst>
              <a:gd name="adj" fmla="val 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Webdings" pitchFamily="18" charset="2"/>
            </a:endParaRPr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CC5835BF-FDF0-F8D9-F168-7D1B991C28F6}"/>
              </a:ext>
            </a:extLst>
          </p:cNvPr>
          <p:cNvSpPr/>
          <p:nvPr/>
        </p:nvSpPr>
        <p:spPr>
          <a:xfrm>
            <a:off x="274321" y="990040"/>
            <a:ext cx="3264430" cy="762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Placeholder 115">
            <a:extLst>
              <a:ext uri="{FF2B5EF4-FFF2-40B4-BE49-F238E27FC236}">
                <a16:creationId xmlns:a16="http://schemas.microsoft.com/office/drawing/2014/main" id="{8FD00EDF-0862-4B25-A722-0E0E03CE55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769" y="985697"/>
            <a:ext cx="3260880" cy="761999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49722F-7BFA-3E00-FE63-D5A9709113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9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with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7">
            <a:extLst>
              <a:ext uri="{FF2B5EF4-FFF2-40B4-BE49-F238E27FC236}">
                <a16:creationId xmlns:a16="http://schemas.microsoft.com/office/drawing/2014/main" id="{A52FDCF9-8FD9-452B-902D-F539D4F41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521440" cy="76199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28B11930-023E-46DA-B17F-E52503795C67}"/>
              </a:ext>
            </a:extLst>
          </p:cNvPr>
          <p:cNvSpPr txBox="1">
            <a:spLocks/>
          </p:cNvSpPr>
          <p:nvPr/>
        </p:nvSpPr>
        <p:spPr>
          <a:xfrm>
            <a:off x="467096" y="969264"/>
            <a:ext cx="3099816" cy="7619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defPPr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defPPr>
            <a:lvl1pPr algn="l" eaLnBrk="1" hangingPunct="1">
              <a:buNone/>
              <a:defRPr sz="3600" b="1" baseline="0">
                <a:solidFill>
                  <a:schemeClr val="tx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endParaRPr lang="en-US" sz="1300" kern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BBB4EDE-81B8-42B7-9A0B-842285F35F69}"/>
              </a:ext>
            </a:extLst>
          </p:cNvPr>
          <p:cNvSpPr>
            <a:spLocks noGrp="1"/>
          </p:cNvSpPr>
          <p:nvPr>
            <p:ph type="body" sz="half" idx="1" hasCustomPrompt="1"/>
          </p:nvPr>
        </p:nvSpPr>
        <p:spPr>
          <a:xfrm>
            <a:off x="3657600" y="987551"/>
            <a:ext cx="8138160" cy="32918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aseline="0"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solidFill>
                  <a:srgbClr val="3A79A7"/>
                </a:solidFill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add text (20, bold, do not autofit)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3E4AF21-134B-4A20-882F-4426495C06BC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>
          <a:xfrm>
            <a:off x="3657600" y="4470516"/>
            <a:ext cx="8138160" cy="17183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Click to add table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9AB026E-B541-1C02-AB4D-B5BD05BED0CA}"/>
              </a:ext>
            </a:extLst>
          </p:cNvPr>
          <p:cNvSpPr txBox="1">
            <a:spLocks/>
          </p:cNvSpPr>
          <p:nvPr/>
        </p:nvSpPr>
        <p:spPr>
          <a:xfrm>
            <a:off x="467096" y="969264"/>
            <a:ext cx="3099816" cy="7619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defPPr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defPPr>
            <a:lvl1pPr algn="l" eaLnBrk="1" hangingPunct="1">
              <a:buNone/>
              <a:defRPr sz="3600" b="1" baseline="0">
                <a:solidFill>
                  <a:schemeClr val="tx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endParaRPr lang="en-US" sz="1300" kern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C839C809-FF0F-FB4F-9381-D06FA80D69D9}"/>
              </a:ext>
            </a:extLst>
          </p:cNvPr>
          <p:cNvSpPr/>
          <p:nvPr/>
        </p:nvSpPr>
        <p:spPr>
          <a:xfrm>
            <a:off x="274320" y="986631"/>
            <a:ext cx="3264408" cy="3291840"/>
          </a:xfrm>
          <a:prstGeom prst="roundRect">
            <a:avLst>
              <a:gd name="adj" fmla="val 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Webdings" pitchFamily="18" charset="2"/>
            </a:endParaRP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9E9B0BF2-A0AC-BDC3-DA5B-721CF0AA0CB4}"/>
              </a:ext>
            </a:extLst>
          </p:cNvPr>
          <p:cNvSpPr/>
          <p:nvPr/>
        </p:nvSpPr>
        <p:spPr>
          <a:xfrm>
            <a:off x="274320" y="990040"/>
            <a:ext cx="3254530" cy="762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Placeholder 115">
            <a:extLst>
              <a:ext uri="{FF2B5EF4-FFF2-40B4-BE49-F238E27FC236}">
                <a16:creationId xmlns:a16="http://schemas.microsoft.com/office/drawing/2014/main" id="{C1660A41-D4AA-1424-6A80-B1A1DD7E62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442" y="985697"/>
            <a:ext cx="3264408" cy="761999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34AC6300-2A85-243B-44EC-1514F672DEBB}"/>
              </a:ext>
            </a:extLst>
          </p:cNvPr>
          <p:cNvSpPr txBox="1">
            <a:spLocks/>
          </p:cNvSpPr>
          <p:nvPr/>
        </p:nvSpPr>
        <p:spPr>
          <a:xfrm>
            <a:off x="460746" y="4355404"/>
            <a:ext cx="3099816" cy="7619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defPPr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defPPr>
            <a:lvl1pPr algn="l" eaLnBrk="1" hangingPunct="1">
              <a:buNone/>
              <a:defRPr sz="3600" b="1" baseline="0">
                <a:solidFill>
                  <a:schemeClr val="tx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endParaRPr lang="en-US" sz="1300" kern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3" name="Title 7">
            <a:extLst>
              <a:ext uri="{FF2B5EF4-FFF2-40B4-BE49-F238E27FC236}">
                <a16:creationId xmlns:a16="http://schemas.microsoft.com/office/drawing/2014/main" id="{0D21B4C0-46DA-7867-1A52-F52C3FC5B337}"/>
              </a:ext>
            </a:extLst>
          </p:cNvPr>
          <p:cNvSpPr txBox="1">
            <a:spLocks/>
          </p:cNvSpPr>
          <p:nvPr/>
        </p:nvSpPr>
        <p:spPr>
          <a:xfrm>
            <a:off x="460746" y="4355404"/>
            <a:ext cx="3099816" cy="7619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defPPr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defPPr>
            <a:lvl1pPr algn="l" eaLnBrk="1" hangingPunct="1">
              <a:buNone/>
              <a:defRPr sz="3600" b="1" baseline="0">
                <a:solidFill>
                  <a:schemeClr val="tx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endParaRPr lang="en-US" sz="1300" kern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66C34851-BA4F-D3D3-4DD3-0719FAFD4593}"/>
              </a:ext>
            </a:extLst>
          </p:cNvPr>
          <p:cNvSpPr/>
          <p:nvPr/>
        </p:nvSpPr>
        <p:spPr>
          <a:xfrm>
            <a:off x="274320" y="4372771"/>
            <a:ext cx="3264408" cy="1828800"/>
          </a:xfrm>
          <a:prstGeom prst="roundRect">
            <a:avLst>
              <a:gd name="adj" fmla="val 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Webdings" pitchFamily="18" charset="2"/>
            </a:endParaRP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C21B180C-8E74-2EBA-9B64-A609A5AE4F81}"/>
              </a:ext>
            </a:extLst>
          </p:cNvPr>
          <p:cNvSpPr/>
          <p:nvPr/>
        </p:nvSpPr>
        <p:spPr>
          <a:xfrm>
            <a:off x="274320" y="4372771"/>
            <a:ext cx="3254530" cy="429185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115">
            <a:extLst>
              <a:ext uri="{FF2B5EF4-FFF2-40B4-BE49-F238E27FC236}">
                <a16:creationId xmlns:a16="http://schemas.microsoft.com/office/drawing/2014/main" id="{2808A926-6EB0-DBAF-2769-81EF7BEFE4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8613" y="4386126"/>
            <a:ext cx="3125788" cy="401778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673265D-F368-1762-2EB0-37C2A4EDEC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222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with Option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0B3EF924-5857-41E1-92C0-E50B2BDADC2E}"/>
              </a:ext>
            </a:extLst>
          </p:cNvPr>
          <p:cNvSpPr/>
          <p:nvPr/>
        </p:nvSpPr>
        <p:spPr>
          <a:xfrm>
            <a:off x="274320" y="5322997"/>
            <a:ext cx="3264408" cy="82296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A3B1B80A-9D39-4E67-BD21-4E6FC925B242}"/>
              </a:ext>
            </a:extLst>
          </p:cNvPr>
          <p:cNvSpPr/>
          <p:nvPr/>
        </p:nvSpPr>
        <p:spPr>
          <a:xfrm>
            <a:off x="274320" y="4387849"/>
            <a:ext cx="3264408" cy="82296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A52FDCF9-8FD9-452B-902D-F539D4F41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494008" cy="76199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28B11930-023E-46DA-B17F-E52503795C67}"/>
              </a:ext>
            </a:extLst>
          </p:cNvPr>
          <p:cNvSpPr txBox="1">
            <a:spLocks/>
          </p:cNvSpPr>
          <p:nvPr/>
        </p:nvSpPr>
        <p:spPr>
          <a:xfrm>
            <a:off x="459952" y="969264"/>
            <a:ext cx="3099816" cy="761999"/>
          </a:xfrm>
          <a:prstGeom prst="rect">
            <a:avLst/>
          </a:prstGeom>
        </p:spPr>
        <p:txBody>
          <a:bodyPr anchor="ctr" anchorCtr="0">
            <a:noAutofit/>
          </a:bodyPr>
          <a:lstStyle>
            <a:defPPr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defPPr>
            <a:lvl1pPr algn="l" eaLnBrk="1" hangingPunct="1">
              <a:buNone/>
              <a:defRPr sz="3600" b="1" baseline="0">
                <a:solidFill>
                  <a:schemeClr val="tx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endParaRPr lang="en-US" sz="1300" kern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BBB4EDE-81B8-42B7-9A0B-842285F35F69}"/>
              </a:ext>
            </a:extLst>
          </p:cNvPr>
          <p:cNvSpPr>
            <a:spLocks noGrp="1"/>
          </p:cNvSpPr>
          <p:nvPr>
            <p:ph type="body" sz="half" idx="1" hasCustomPrompt="1"/>
          </p:nvPr>
        </p:nvSpPr>
        <p:spPr>
          <a:xfrm>
            <a:off x="3657600" y="987551"/>
            <a:ext cx="4828550" cy="32918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aseline="0"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solidFill>
                  <a:srgbClr val="3A79A7"/>
                </a:solidFill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add text (20, bold)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3E4AF21-134B-4A20-882F-4426495C06BC}"/>
              </a:ext>
            </a:extLst>
          </p:cNvPr>
          <p:cNvSpPr>
            <a:spLocks noGrp="1"/>
          </p:cNvSpPr>
          <p:nvPr>
            <p:ph type="tbl" sz="quarter" idx="21" hasCustomPrompt="1"/>
          </p:nvPr>
        </p:nvSpPr>
        <p:spPr>
          <a:xfrm>
            <a:off x="3657600" y="4467704"/>
            <a:ext cx="8088034" cy="17183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Click to add table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1D4A5387-37B2-49BF-8661-EBC9F8951E83}"/>
              </a:ext>
            </a:extLst>
          </p:cNvPr>
          <p:cNvSpPr/>
          <p:nvPr/>
        </p:nvSpPr>
        <p:spPr>
          <a:xfrm>
            <a:off x="8715619" y="969265"/>
            <a:ext cx="3078000" cy="32918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SimSun" pitchFamily="2" charset="-122"/>
              <a:cs typeface="Arial" panose="020B0604020202020204" pitchFamily="34" charset="0"/>
              <a:sym typeface="Webdings" pitchFamily="18" charset="2"/>
            </a:endParaRP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0BBBE971-957E-47C9-B1D8-095733B4145A}"/>
              </a:ext>
            </a:extLst>
          </p:cNvPr>
          <p:cNvSpPr/>
          <p:nvPr/>
        </p:nvSpPr>
        <p:spPr>
          <a:xfrm>
            <a:off x="8705498" y="964325"/>
            <a:ext cx="3099816" cy="53968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Arial" panose="020B0604020202020204" pitchFamily="34" charset="0"/>
              </a:rPr>
              <a:t>Available Options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B99B3F0-501C-4FBF-BDF1-FF54FA94E6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72528" y="1527047"/>
            <a:ext cx="2957512" cy="2680621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1400" dirty="0"/>
              <a:t>Add text (14)</a:t>
            </a:r>
            <a:endParaRPr lang="en-US" dirty="0"/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0F194FBB-2475-B631-C915-EB6B4F008B97}"/>
              </a:ext>
            </a:extLst>
          </p:cNvPr>
          <p:cNvSpPr/>
          <p:nvPr/>
        </p:nvSpPr>
        <p:spPr>
          <a:xfrm>
            <a:off x="274320" y="986631"/>
            <a:ext cx="3264408" cy="3291840"/>
          </a:xfrm>
          <a:prstGeom prst="roundRect">
            <a:avLst>
              <a:gd name="adj" fmla="val 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50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Webdings" pitchFamily="18" charset="2"/>
            </a:endParaRPr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5BF4445A-F95F-77F5-D360-6504C493E2F2}"/>
              </a:ext>
            </a:extLst>
          </p:cNvPr>
          <p:cNvSpPr/>
          <p:nvPr/>
        </p:nvSpPr>
        <p:spPr>
          <a:xfrm>
            <a:off x="274320" y="990040"/>
            <a:ext cx="3257329" cy="762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Placeholder 115">
            <a:extLst>
              <a:ext uri="{FF2B5EF4-FFF2-40B4-BE49-F238E27FC236}">
                <a16:creationId xmlns:a16="http://schemas.microsoft.com/office/drawing/2014/main" id="{E797E5E3-67E5-0E1F-13B5-6E4715F6FB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4319" y="985697"/>
            <a:ext cx="3257329" cy="761999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5">
            <a:extLst>
              <a:ext uri="{FF2B5EF4-FFF2-40B4-BE49-F238E27FC236}">
                <a16:creationId xmlns:a16="http://schemas.microsoft.com/office/drawing/2014/main" id="{B6FCB06C-37D2-462B-9F0D-09BBB9A2F4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8613" y="4437390"/>
            <a:ext cx="3150393" cy="716707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lvl1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5">
            <a:extLst>
              <a:ext uri="{FF2B5EF4-FFF2-40B4-BE49-F238E27FC236}">
                <a16:creationId xmlns:a16="http://schemas.microsoft.com/office/drawing/2014/main" id="{E10A4CFC-1A37-896E-8D32-4FC1A162B69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8613" y="5365750"/>
            <a:ext cx="3150393" cy="741726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lvl1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A0A758C-D778-2855-F5A3-448D301E70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912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1E2AD2-BDB8-41F8-819B-18BD4F35D7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20" y="793377"/>
            <a:ext cx="11521440" cy="5411533"/>
          </a:xfrm>
          <a:prstGeom prst="rect">
            <a:avLst/>
          </a:prstGeom>
          <a:ln>
            <a:noFill/>
          </a:ln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8B4B141-7D9B-425B-B762-806E84F8689E}"/>
              </a:ext>
            </a:extLst>
          </p:cNvPr>
          <p:cNvSpPr txBox="1">
            <a:spLocks/>
          </p:cNvSpPr>
          <p:nvPr/>
        </p:nvSpPr>
        <p:spPr>
          <a:xfrm>
            <a:off x="447692" y="142333"/>
            <a:ext cx="11134708" cy="651044"/>
          </a:xfrm>
          <a:prstGeom prst="rect">
            <a:avLst/>
          </a:prstGeom>
        </p:spPr>
        <p:txBody>
          <a:bodyPr/>
          <a:lstStyle>
            <a:defPPr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defPPr>
            <a:lvl1pPr algn="l" eaLnBrk="1" hangingPunct="1">
              <a:buNone/>
              <a:defRPr sz="3600" b="1" baseline="0">
                <a:solidFill>
                  <a:schemeClr val="tx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defRPr>
            </a:lvl1pPr>
          </a:lstStyle>
          <a:p>
            <a:endParaRPr lang="en-US" kern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10980633-50E7-4BE2-A493-754A2F44C5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521440" cy="79337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120" name="Text Placeholder 115">
            <a:extLst>
              <a:ext uri="{FF2B5EF4-FFF2-40B4-BE49-F238E27FC236}">
                <a16:creationId xmlns:a16="http://schemas.microsoft.com/office/drawing/2014/main" id="{71817742-251C-4C40-AED3-247E398338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55471" y="5605894"/>
            <a:ext cx="1103620" cy="583965"/>
          </a:xfrm>
          <a:prstGeom prst="rect">
            <a:avLst/>
          </a:prstGeom>
          <a:noFill/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202x</a:t>
            </a:r>
            <a:endParaRPr lang="en-US"/>
          </a:p>
        </p:txBody>
      </p:sp>
      <p:sp>
        <p:nvSpPr>
          <p:cNvPr id="121" name="Text Placeholder 115">
            <a:extLst>
              <a:ext uri="{FF2B5EF4-FFF2-40B4-BE49-F238E27FC236}">
                <a16:creationId xmlns:a16="http://schemas.microsoft.com/office/drawing/2014/main" id="{2528BA5C-FED7-402F-9EDB-5A0CE69E32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6800" y="2606085"/>
            <a:ext cx="1059631" cy="400780"/>
          </a:xfrm>
          <a:prstGeom prst="rect">
            <a:avLst/>
          </a:prstGeom>
          <a:noFill/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202x</a:t>
            </a:r>
            <a:endParaRPr lang="en-US"/>
          </a:p>
        </p:txBody>
      </p:sp>
      <p:sp>
        <p:nvSpPr>
          <p:cNvPr id="122" name="Text Placeholder 115">
            <a:extLst>
              <a:ext uri="{FF2B5EF4-FFF2-40B4-BE49-F238E27FC236}">
                <a16:creationId xmlns:a16="http://schemas.microsoft.com/office/drawing/2014/main" id="{6C91933C-D36C-4E43-BB87-4604421C71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96200" y="1231705"/>
            <a:ext cx="789917" cy="425431"/>
          </a:xfrm>
          <a:prstGeom prst="rect">
            <a:avLst/>
          </a:prstGeom>
          <a:noFill/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202x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F99845-79E9-E7EF-8065-88C5D868BA21}"/>
              </a:ext>
            </a:extLst>
          </p:cNvPr>
          <p:cNvSpPr txBox="1"/>
          <p:nvPr/>
        </p:nvSpPr>
        <p:spPr>
          <a:xfrm>
            <a:off x="10420011" y="5702250"/>
            <a:ext cx="1414032" cy="252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Under Development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0B97CA-DEDD-1F4C-2A8E-21351DF642AD}"/>
              </a:ext>
            </a:extLst>
          </p:cNvPr>
          <p:cNvSpPr txBox="1"/>
          <p:nvPr/>
        </p:nvSpPr>
        <p:spPr>
          <a:xfrm>
            <a:off x="10424160" y="5386800"/>
            <a:ext cx="1414031" cy="252000"/>
          </a:xfrm>
          <a:prstGeom prst="rect">
            <a:avLst/>
          </a:prstGeom>
          <a:gradFill>
            <a:gsLst>
              <a:gs pos="0">
                <a:schemeClr val="tx2"/>
              </a:gs>
              <a:gs pos="48000">
                <a:schemeClr val="tx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05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Roadmap</a:t>
            </a:r>
            <a:endParaRPr kumimoji="0" lang="fr-CH" sz="9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209A531-0281-0F22-E43F-9D58CD6E68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675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map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1E2AD2-BDB8-41F8-819B-18BD4F35D7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20" y="793377"/>
            <a:ext cx="11521439" cy="5411533"/>
          </a:xfrm>
          <a:prstGeom prst="rect">
            <a:avLst/>
          </a:prstGeom>
          <a:ln>
            <a:noFill/>
          </a:ln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8B4B141-7D9B-425B-B762-806E84F8689E}"/>
              </a:ext>
            </a:extLst>
          </p:cNvPr>
          <p:cNvSpPr txBox="1">
            <a:spLocks/>
          </p:cNvSpPr>
          <p:nvPr/>
        </p:nvSpPr>
        <p:spPr>
          <a:xfrm>
            <a:off x="447692" y="142333"/>
            <a:ext cx="11134708" cy="651044"/>
          </a:xfrm>
          <a:prstGeom prst="rect">
            <a:avLst/>
          </a:prstGeom>
        </p:spPr>
        <p:txBody>
          <a:bodyPr/>
          <a:lstStyle>
            <a:defPPr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defPPr>
            <a:lvl1pPr algn="l" eaLnBrk="1" hangingPunct="1">
              <a:buNone/>
              <a:defRPr sz="3600" b="1" baseline="0">
                <a:solidFill>
                  <a:schemeClr val="tx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defRPr>
            </a:lvl1pPr>
          </a:lstStyle>
          <a:p>
            <a:endParaRPr lang="en-US" kern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10980633-50E7-4BE2-A493-754A2F44C5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0"/>
            <a:ext cx="11521440" cy="79337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pPr algn="l"/>
            <a:r>
              <a:rPr lang="en-US" dirty="0"/>
              <a:t>Add title (36, bold, shadow, fit in 1 line only)</a:t>
            </a:r>
          </a:p>
        </p:txBody>
      </p:sp>
      <p:sp>
        <p:nvSpPr>
          <p:cNvPr id="120" name="Text Placeholder 115">
            <a:extLst>
              <a:ext uri="{FF2B5EF4-FFF2-40B4-BE49-F238E27FC236}">
                <a16:creationId xmlns:a16="http://schemas.microsoft.com/office/drawing/2014/main" id="{71817742-251C-4C40-AED3-247E398338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55471" y="5605894"/>
            <a:ext cx="1103620" cy="583965"/>
          </a:xfrm>
          <a:prstGeom prst="rect">
            <a:avLst/>
          </a:prstGeom>
          <a:noFill/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202x</a:t>
            </a:r>
            <a:endParaRPr lang="en-US"/>
          </a:p>
        </p:txBody>
      </p:sp>
      <p:sp>
        <p:nvSpPr>
          <p:cNvPr id="121" name="Text Placeholder 115">
            <a:extLst>
              <a:ext uri="{FF2B5EF4-FFF2-40B4-BE49-F238E27FC236}">
                <a16:creationId xmlns:a16="http://schemas.microsoft.com/office/drawing/2014/main" id="{2528BA5C-FED7-402F-9EDB-5A0CE69E32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6800" y="2606085"/>
            <a:ext cx="1059631" cy="400780"/>
          </a:xfrm>
          <a:prstGeom prst="rect">
            <a:avLst/>
          </a:prstGeom>
          <a:noFill/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202x</a:t>
            </a:r>
            <a:endParaRPr lang="en-US"/>
          </a:p>
        </p:txBody>
      </p:sp>
      <p:sp>
        <p:nvSpPr>
          <p:cNvPr id="122" name="Text Placeholder 115">
            <a:extLst>
              <a:ext uri="{FF2B5EF4-FFF2-40B4-BE49-F238E27FC236}">
                <a16:creationId xmlns:a16="http://schemas.microsoft.com/office/drawing/2014/main" id="{6C91933C-D36C-4E43-BB87-4604421C71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96200" y="1231705"/>
            <a:ext cx="789917" cy="425431"/>
          </a:xfrm>
          <a:prstGeom prst="rect">
            <a:avLst/>
          </a:prstGeom>
          <a:noFill/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tabLst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202x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46005B-E92F-85B2-FD98-FA7EEBBD6023}"/>
              </a:ext>
            </a:extLst>
          </p:cNvPr>
          <p:cNvSpPr txBox="1"/>
          <p:nvPr/>
        </p:nvSpPr>
        <p:spPr>
          <a:xfrm>
            <a:off x="10424160" y="5702250"/>
            <a:ext cx="1414032" cy="252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Under Development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6076D7-28A9-02E9-C2DC-FE9C65E358E0}"/>
              </a:ext>
            </a:extLst>
          </p:cNvPr>
          <p:cNvSpPr txBox="1"/>
          <p:nvPr/>
        </p:nvSpPr>
        <p:spPr>
          <a:xfrm>
            <a:off x="10424160" y="6022290"/>
            <a:ext cx="1414032" cy="252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Available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F54DAD-7248-FD20-A3C5-B34E2C9DFEF9}"/>
              </a:ext>
            </a:extLst>
          </p:cNvPr>
          <p:cNvSpPr txBox="1"/>
          <p:nvPr/>
        </p:nvSpPr>
        <p:spPr>
          <a:xfrm>
            <a:off x="10424160" y="5386800"/>
            <a:ext cx="1414031" cy="252000"/>
          </a:xfrm>
          <a:prstGeom prst="rect">
            <a:avLst/>
          </a:prstGeom>
          <a:gradFill>
            <a:gsLst>
              <a:gs pos="0">
                <a:schemeClr val="tx2"/>
              </a:gs>
              <a:gs pos="48000">
                <a:schemeClr val="tx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05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Roadmap</a:t>
            </a:r>
            <a:endParaRPr kumimoji="0" lang="fr-CH" sz="9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0140F1D-337F-AC31-D8D5-C404099255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744" y="6355080"/>
            <a:ext cx="3867912" cy="365760"/>
          </a:xfrm>
          <a:prstGeom prst="rect">
            <a:avLst/>
          </a:prstGeom>
        </p:spPr>
        <p:txBody>
          <a:bodyPr/>
          <a:lstStyle>
            <a:lvl1pPr marL="228600" marR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 sz="1050" b="0" i="1">
                <a:solidFill>
                  <a:schemeClr val="tx1"/>
                </a:solidFill>
                <a:latin typeface="+mn-lt"/>
              </a:defRPr>
            </a:lvl1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dirty="0"/>
              <a:t>Click to edit footnote &amp; change format to (#) (Italics, 10.5)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387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CA7380-724C-D5B7-D093-E776B6BE1EC9}"/>
              </a:ext>
            </a:extLst>
          </p:cNvPr>
          <p:cNvSpPr txBox="1"/>
          <p:nvPr/>
        </p:nvSpPr>
        <p:spPr>
          <a:xfrm>
            <a:off x="9144" y="2056088"/>
            <a:ext cx="122163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deliver leading-edge solutions to</a:t>
            </a:r>
          </a:p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 a smarter, safer,</a:t>
            </a:r>
          </a:p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more connected future.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A map of the world&#10;&#10;Description automatically generated">
            <a:extLst>
              <a:ext uri="{FF2B5EF4-FFF2-40B4-BE49-F238E27FC236}">
                <a16:creationId xmlns:a16="http://schemas.microsoft.com/office/drawing/2014/main" id="{0BC3D347-BA65-7056-6F0E-037972CFD5F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7" r="5121" b="18182"/>
          <a:stretch/>
        </p:blipFill>
        <p:spPr>
          <a:xfrm>
            <a:off x="1" y="-12289"/>
            <a:ext cx="12188952" cy="61996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26A73C-26A5-7546-90A5-EFF204B18155}"/>
              </a:ext>
            </a:extLst>
          </p:cNvPr>
          <p:cNvSpPr txBox="1"/>
          <p:nvPr/>
        </p:nvSpPr>
        <p:spPr>
          <a:xfrm>
            <a:off x="9142" y="2056088"/>
            <a:ext cx="1217980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deliver leading-edge solutions to</a:t>
            </a:r>
          </a:p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 a smarter, safer,</a:t>
            </a:r>
          </a:p>
          <a:p>
            <a:pPr algn="ctr">
              <a:spcBef>
                <a:spcPts val="600"/>
              </a:spcBef>
            </a:pP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more connected future.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5370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ial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world&#10;&#10;Description automatically generated">
            <a:extLst>
              <a:ext uri="{FF2B5EF4-FFF2-40B4-BE49-F238E27FC236}">
                <a16:creationId xmlns:a16="http://schemas.microsoft.com/office/drawing/2014/main" id="{BB7A7175-99F5-F364-BC50-2D5F82E6013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59"/>
          <a:stretch/>
        </p:blipFill>
        <p:spPr>
          <a:xfrm>
            <a:off x="0" y="0"/>
            <a:ext cx="12192000" cy="6199632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92155C71-6BCC-A436-5707-051907FE3FE4}"/>
              </a:ext>
            </a:extLst>
          </p:cNvPr>
          <p:cNvGrpSpPr/>
          <p:nvPr/>
        </p:nvGrpSpPr>
        <p:grpSpPr>
          <a:xfrm>
            <a:off x="94266" y="357457"/>
            <a:ext cx="12097734" cy="4162551"/>
            <a:chOff x="0" y="187706"/>
            <a:chExt cx="12192000" cy="41625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EB4A1D-9DF1-5BB2-7DF3-436814AAD04D}"/>
                </a:ext>
              </a:extLst>
            </p:cNvPr>
            <p:cNvSpPr txBox="1"/>
            <p:nvPr/>
          </p:nvSpPr>
          <p:spPr>
            <a:xfrm>
              <a:off x="2743200" y="3642371"/>
              <a:ext cx="2645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YouTube</a:t>
              </a: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BBB54B54-4AD0-4857-1001-66D52AE76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54403" y="3639011"/>
              <a:ext cx="665193" cy="66519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6F85CE-7A52-30FC-4C0E-58543C07EB49}"/>
                </a:ext>
              </a:extLst>
            </p:cNvPr>
            <p:cNvSpPr txBox="1"/>
            <p:nvPr/>
          </p:nvSpPr>
          <p:spPr>
            <a:xfrm>
              <a:off x="0" y="187706"/>
              <a:ext cx="12192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Follow Us on Social Media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F33AB2-B00A-4BDF-8A56-6D3F5078A8F7}"/>
                </a:ext>
              </a:extLst>
            </p:cNvPr>
            <p:cNvSpPr txBox="1"/>
            <p:nvPr/>
          </p:nvSpPr>
          <p:spPr>
            <a:xfrm>
              <a:off x="2742746" y="1428126"/>
              <a:ext cx="2645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LinkedIn</a:t>
              </a:r>
            </a:p>
          </p:txBody>
        </p:sp>
        <p:pic>
          <p:nvPicPr>
            <p:cNvPr id="21" name="Picture 20" descr="Icon&#10;&#10;Description automatically generated">
              <a:extLst>
                <a:ext uri="{FF2B5EF4-FFF2-40B4-BE49-F238E27FC236}">
                  <a16:creationId xmlns:a16="http://schemas.microsoft.com/office/drawing/2014/main" id="{51621800-D637-452E-B2C4-D37069725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49953" y="1315571"/>
              <a:ext cx="837307" cy="837307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188096-C49D-43AB-AA12-F85359C1A21C}"/>
                </a:ext>
              </a:extLst>
            </p:cNvPr>
            <p:cNvSpPr txBox="1"/>
            <p:nvPr/>
          </p:nvSpPr>
          <p:spPr>
            <a:xfrm>
              <a:off x="6617776" y="1461055"/>
              <a:ext cx="27740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Cohu, Inc.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92633D-1D56-DD81-BC70-43A19B9477D9}"/>
                </a:ext>
              </a:extLst>
            </p:cNvPr>
            <p:cNvSpPr txBox="1"/>
            <p:nvPr/>
          </p:nvSpPr>
          <p:spPr>
            <a:xfrm>
              <a:off x="2739809" y="2095245"/>
              <a:ext cx="2645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X </a:t>
              </a:r>
              <a:r>
                <a:rPr lang="en-US" sz="1600" dirty="0">
                  <a:solidFill>
                    <a:schemeClr val="bg1"/>
                  </a:solidFill>
                </a:rPr>
                <a:t>(formerly Twitter)</a:t>
              </a:r>
              <a:endParaRPr lang="en-US" sz="4000" dirty="0">
                <a:solidFill>
                  <a:schemeClr val="bg1"/>
                </a:solidFill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A11F9DCA-C372-BCB5-5F49-B73FF792F5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0" r="100000">
                          <a14:foregroundMark x1="62264" y1="36000" x2="58491" y2="69000"/>
                          <a14:foregroundMark x1="58491" y1="69000" x2="43396" y2="65000"/>
                          <a14:foregroundMark x1="43396" y1="65000" x2="33019" y2="49000"/>
                          <a14:foregroundMark x1="33019" y1="49000" x2="35849" y2="31000"/>
                          <a14:foregroundMark x1="35849" y1="31000" x2="51887" y2="27000"/>
                          <a14:foregroundMark x1="51887" y1="27000" x2="66981" y2="29000"/>
                          <a14:foregroundMark x1="66981" y1="29000" x2="79245" y2="41000"/>
                          <a14:foregroundMark x1="79245" y1="41000" x2="80189" y2="56000"/>
                          <a14:backgroundMark x1="5660" y1="0" x2="3774" y2="0"/>
                          <a14:backgroundMark x1="2830" y1="1000" x2="0" y2="10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48842" y="2896200"/>
              <a:ext cx="647158" cy="60684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5D119AA-1329-86FB-8E2D-A90F55F8A920}"/>
                </a:ext>
              </a:extLst>
            </p:cNvPr>
            <p:cNvSpPr txBox="1"/>
            <p:nvPr/>
          </p:nvSpPr>
          <p:spPr>
            <a:xfrm>
              <a:off x="2743200" y="2840741"/>
              <a:ext cx="26453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</a:rPr>
                <a:t>Instagram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418C1C2-4C05-62FB-14BF-BE6E65F45CEF}"/>
                </a:ext>
              </a:extLst>
            </p:cNvPr>
            <p:cNvSpPr txBox="1"/>
            <p:nvPr/>
          </p:nvSpPr>
          <p:spPr>
            <a:xfrm>
              <a:off x="6620256" y="2846029"/>
              <a:ext cx="27706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@cohuinc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801F1A4-AD38-D94D-53A0-83C3C4F6DA6F}"/>
                </a:ext>
              </a:extLst>
            </p:cNvPr>
            <p:cNvCxnSpPr/>
            <p:nvPr/>
          </p:nvCxnSpPr>
          <p:spPr>
            <a:xfrm>
              <a:off x="1990720" y="1109376"/>
              <a:ext cx="808576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 descr="A white x on a black background&#10;&#10;Description automatically generated">
              <a:extLst>
                <a:ext uri="{FF2B5EF4-FFF2-40B4-BE49-F238E27FC236}">
                  <a16:creationId xmlns:a16="http://schemas.microsoft.com/office/drawing/2014/main" id="{E85761B4-F2F2-E9F6-076B-EA3E73D38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17433" y="2180188"/>
              <a:ext cx="496992" cy="507967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B210AEE-0EEC-FC80-A8CF-6FC9073DCB6C}"/>
                </a:ext>
              </a:extLst>
            </p:cNvPr>
            <p:cNvSpPr txBox="1"/>
            <p:nvPr/>
          </p:nvSpPr>
          <p:spPr>
            <a:xfrm>
              <a:off x="6620256" y="3666606"/>
              <a:ext cx="27740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Cohu, Inc.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E36065-3DC0-6E24-3C2F-991B8924BA1A}"/>
                </a:ext>
              </a:extLst>
            </p:cNvPr>
            <p:cNvSpPr txBox="1"/>
            <p:nvPr/>
          </p:nvSpPr>
          <p:spPr>
            <a:xfrm>
              <a:off x="6616865" y="2155952"/>
              <a:ext cx="27740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</a:rPr>
                <a:t>@cohu_inc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039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7"/>
          <p:cNvSpPr>
            <a:spLocks noChangeArrowheads="1"/>
          </p:cNvSpPr>
          <p:nvPr/>
        </p:nvSpPr>
        <p:spPr bwMode="auto">
          <a:xfrm>
            <a:off x="372533" y="63595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100" b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63BDBD-18C5-394A-80D1-B9EC90189F94}"/>
              </a:ext>
            </a:extLst>
          </p:cNvPr>
          <p:cNvSpPr/>
          <p:nvPr/>
        </p:nvSpPr>
        <p:spPr>
          <a:xfrm>
            <a:off x="4964199" y="-5921"/>
            <a:ext cx="4846320" cy="88155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37E9C6-8D0A-1BC8-2E4F-ECF0F146C509}"/>
              </a:ext>
            </a:extLst>
          </p:cNvPr>
          <p:cNvSpPr/>
          <p:nvPr/>
        </p:nvSpPr>
        <p:spPr>
          <a:xfrm>
            <a:off x="-1" y="-5920"/>
            <a:ext cx="5852160" cy="88153"/>
          </a:xfrm>
          <a:prstGeom prst="rect">
            <a:avLst/>
          </a:prstGeom>
          <a:solidFill>
            <a:srgbClr val="2D53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85552A-D10F-8472-E9C2-3BD1EBE90873}"/>
              </a:ext>
            </a:extLst>
          </p:cNvPr>
          <p:cNvSpPr/>
          <p:nvPr/>
        </p:nvSpPr>
        <p:spPr>
          <a:xfrm>
            <a:off x="9630259" y="-5921"/>
            <a:ext cx="2560320" cy="88154"/>
          </a:xfrm>
          <a:prstGeom prst="rect">
            <a:avLst/>
          </a:prstGeom>
          <a:solidFill>
            <a:srgbClr val="8BA6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89">
            <a:extLst>
              <a:ext uri="{FF2B5EF4-FFF2-40B4-BE49-F238E27FC236}">
                <a16:creationId xmlns:a16="http://schemas.microsoft.com/office/drawing/2014/main" id="{74592DEB-6A61-FBEF-8395-4528C838C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981" y="6482470"/>
            <a:ext cx="2184177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spAutoFit/>
          </a:bodyPr>
          <a:lstStyle>
            <a:lvl1pPr eaLnBrk="0" hangingPunct="0">
              <a:defRPr b="1"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sz="1000" b="0" i="0" baseline="0" dirty="0">
                <a:latin typeface="+mj-lt"/>
              </a:rPr>
              <a:t>Cohu Confidential</a:t>
            </a:r>
            <a:endParaRPr lang="en-US" sz="1000" b="0" i="0" dirty="0">
              <a:latin typeface="+mj-lt"/>
            </a:endParaRPr>
          </a:p>
        </p:txBody>
      </p:sp>
      <p:pic>
        <p:nvPicPr>
          <p:cNvPr id="8" name="Picture 7" descr="A black letter on a black background&#10;&#10;Description automatically generated">
            <a:extLst>
              <a:ext uri="{FF2B5EF4-FFF2-40B4-BE49-F238E27FC236}">
                <a16:creationId xmlns:a16="http://schemas.microsoft.com/office/drawing/2014/main" id="{3B06BE48-B422-0814-01D9-436E0E81666C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9321" y="6309446"/>
            <a:ext cx="1653268" cy="469773"/>
          </a:xfrm>
          <a:prstGeom prst="rect">
            <a:avLst/>
          </a:prstGeom>
        </p:spPr>
      </p:pic>
      <p:sp>
        <p:nvSpPr>
          <p:cNvPr id="4" name="Rectangle 86">
            <a:extLst>
              <a:ext uri="{FF2B5EF4-FFF2-40B4-BE49-F238E27FC236}">
                <a16:creationId xmlns:a16="http://schemas.microsoft.com/office/drawing/2014/main" id="{7A0A2B09-059C-F01F-40EF-724A9335E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1" y="6356352"/>
            <a:ext cx="2272300" cy="378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fld id="{82808885-8EA5-41B8-A7C5-2F082B61DA1D}" type="datetime4">
              <a:rPr lang="en-US" sz="1000" b="0" i="0" smtClean="0">
                <a:latin typeface="+mn-lt"/>
                <a:cs typeface="Arial" panose="020B0604020202020204" pitchFamily="34" charset="0"/>
              </a:rPr>
              <a:t>October 20, 2025</a:t>
            </a:fld>
            <a:endParaRPr lang="en-US" sz="1000" b="0" i="0" dirty="0">
              <a:latin typeface="+mn-lt"/>
              <a:cs typeface="Arial" panose="020B0604020202020204" pitchFamily="34" charset="0"/>
            </a:endParaRPr>
          </a:p>
          <a:p>
            <a:pPr eaLnBrk="0" hangingPunct="0"/>
            <a:r>
              <a:rPr lang="en-US" sz="1000" b="0" i="0" dirty="0">
                <a:latin typeface="+mn-lt"/>
                <a:cs typeface="Arial" panose="020B0604020202020204" pitchFamily="34" charset="0"/>
              </a:rPr>
              <a:t>Page </a:t>
            </a:r>
            <a:fld id="{400B11B2-91F3-403E-AFC3-F99514224C9B}" type="slidenum">
              <a:rPr lang="en-US" sz="1000" b="0" i="0">
                <a:latin typeface="+mn-lt"/>
                <a:cs typeface="Arial" panose="020B0604020202020204" pitchFamily="34" charset="0"/>
              </a:rPr>
              <a:pPr eaLnBrk="0" hangingPunct="0"/>
              <a:t>‹#›</a:t>
            </a:fld>
            <a:endParaRPr lang="en-US" sz="1000" b="0" i="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706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5" r:id="rId3"/>
    <p:sldLayoutId id="2147483686" r:id="rId4"/>
    <p:sldLayoutId id="2147483723" r:id="rId5"/>
    <p:sldLayoutId id="2147483722" r:id="rId6"/>
    <p:sldLayoutId id="2147483691" r:id="rId7"/>
    <p:sldLayoutId id="2147483724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726" r:id="rId15"/>
    <p:sldLayoutId id="2147483727" r:id="rId16"/>
  </p:sldLayoutIdLst>
  <p:hf sldNum="0" hdr="0" dt="0"/>
  <p:txStyles>
    <p:titleStyle>
      <a:defPPr>
        <a:defRPr sz="4400">
          <a:solidFill>
            <a:schemeClr val="tx1"/>
          </a:solidFill>
          <a:latin typeface="+mj-lt"/>
          <a:ea typeface="+mj-ea"/>
          <a:cs typeface="+mj-cs"/>
        </a:defRPr>
      </a:defPPr>
      <a:lvl1pPr algn="l" eaLnBrk="1" hangingPunct="1">
        <a:buNone/>
        <a:defRPr sz="3600" b="1" baseline="0">
          <a:solidFill>
            <a:schemeClr val="tx1">
              <a:alpha val="10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cs typeface="Arial" panose="020B0604020202020204" pitchFamily="34" charset="0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342900" indent="-342900" eaLnBrk="1" hangingPunct="1">
        <a:spcAft>
          <a:spcPts val="600"/>
        </a:spcAft>
        <a:buClr>
          <a:schemeClr val="tx1"/>
        </a:buClr>
        <a:buSzPct val="80000"/>
        <a:buFont typeface="Wingdings" panose="05000000000000000000" pitchFamily="2" charset="2"/>
        <a:buChar char="q"/>
        <a:defRPr sz="2000" b="1" baseline="0">
          <a:solidFill>
            <a:srgbClr val="277296"/>
          </a:solidFill>
          <a:latin typeface="+mj-lt"/>
          <a:cs typeface="Arial" panose="020B0604020202020204" pitchFamily="34" charset="0"/>
        </a:defRPr>
      </a:lvl1pPr>
      <a:lvl2pPr marL="742950" indent="-285750" eaLnBrk="1" hangingPunct="1">
        <a:spcAft>
          <a:spcPts val="600"/>
        </a:spcAft>
        <a:buClr>
          <a:srgbClr val="2D53A6"/>
        </a:buClr>
        <a:buSzPct val="80000"/>
        <a:buFont typeface="Arial" panose="020B0604020202020204" pitchFamily="34" charset="0"/>
        <a:buChar char="●"/>
        <a:defRPr sz="1800">
          <a:latin typeface="+mj-lt"/>
          <a:cs typeface="Arial" panose="020B0604020202020204" pitchFamily="34" charset="0"/>
        </a:defRPr>
      </a:lvl2pPr>
      <a:lvl3pPr marL="1143000" indent="-228600" eaLnBrk="1" hangingPunct="1">
        <a:spcAft>
          <a:spcPts val="600"/>
        </a:spcAft>
        <a:buClr>
          <a:schemeClr val="tx1"/>
        </a:buClr>
        <a:buSzPct val="80000"/>
        <a:buFont typeface="Wingdings" panose="05000000000000000000" pitchFamily="2" charset="2"/>
        <a:buChar char="Ø"/>
        <a:defRPr sz="1800" baseline="0">
          <a:solidFill>
            <a:schemeClr val="tx2"/>
          </a:solidFill>
          <a:latin typeface="+mj-lt"/>
          <a:cs typeface="Arial" panose="020B0604020202020204" pitchFamily="34" charset="0"/>
        </a:defRPr>
      </a:lvl3pPr>
      <a:lvl4pPr marL="1600200" indent="-228600" eaLnBrk="1" hangingPunct="1">
        <a:spcAft>
          <a:spcPts val="600"/>
        </a:spcAft>
        <a:buClr>
          <a:schemeClr val="accent2"/>
        </a:buClr>
        <a:buSzPct val="80000"/>
        <a:buFont typeface="Arial" panose="020B0604020202020204" pitchFamily="34" charset="0"/>
        <a:buChar char="-"/>
        <a:defRPr sz="1800">
          <a:latin typeface="+mj-lt"/>
          <a:cs typeface="Arial" panose="020B0604020202020204" pitchFamily="34" charset="0"/>
        </a:defRPr>
      </a:lvl4pPr>
      <a:lvl5pPr marL="2057400" indent="-228600" eaLnBrk="1" hangingPunct="1">
        <a:spcAft>
          <a:spcPts val="600"/>
        </a:spcAft>
        <a:buClr>
          <a:srgbClr val="277296"/>
        </a:buClr>
        <a:buSzPct val="80000"/>
        <a:buChar char="»"/>
        <a:defRPr sz="1600">
          <a:latin typeface="+mj-lt"/>
          <a:cs typeface="Arial" panose="020B0604020202020204" pitchFamily="34" charset="0"/>
        </a:defRPr>
      </a:lvl5pPr>
      <a:lvl6pPr marL="2514600" indent="-228600" eaLnBrk="1" hangingPunct="1">
        <a:buChar char="•"/>
        <a:defRPr sz="2000"/>
      </a:lvl6pPr>
      <a:lvl7pPr marL="2971800" indent="-228600" eaLnBrk="1" hangingPunct="1">
        <a:buChar char="•"/>
        <a:defRPr sz="2000"/>
      </a:lvl7pPr>
      <a:lvl8pPr marL="3429000" indent="-228600" eaLnBrk="1" hangingPunct="1">
        <a:buChar char="•"/>
        <a:defRPr sz="2000"/>
      </a:lvl8pPr>
      <a:lvl9pPr marL="3886200" indent="-228600" eaLnBrk="1" hangingPunct="1">
        <a:buChar char="•"/>
        <a:defRPr sz="2000"/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E39605-0773-CC21-6B3D-55CB5078EA4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Jonathan Chang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9C95-86A7-1DA0-6683-891997AD32F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Application Engineer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F4457-C389-3F9D-CE65-3361398D6E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09/24/2025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01FB4-0A5D-F736-BCDD-8AD29212F5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check_tst_mux_pad_Rev01_Tool</a:t>
            </a:r>
          </a:p>
        </p:txBody>
      </p:sp>
    </p:spTree>
    <p:extLst>
      <p:ext uri="{BB962C8B-B14F-4D97-AF65-F5344CB8AC3E}">
        <p14:creationId xmlns:p14="http://schemas.microsoft.com/office/powerpoint/2010/main" val="449072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5279DD-3BCD-A6B4-C47D-3F9AB911E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70" y="921021"/>
            <a:ext cx="11521440" cy="4033534"/>
          </a:xfrm>
        </p:spPr>
        <p:txBody>
          <a:bodyPr/>
          <a:lstStyle/>
          <a:p>
            <a:r>
              <a:rPr lang="zh-TW" altLang="en-US" sz="1800" dirty="0"/>
              <a:t>將欲檢查的</a:t>
            </a:r>
            <a:r>
              <a:rPr lang="en-US" altLang="zh-TW" sz="1800" dirty="0" err="1"/>
              <a:t>tst</a:t>
            </a:r>
            <a:r>
              <a:rPr lang="en-US" altLang="zh-TW" sz="1800" dirty="0"/>
              <a:t> or tst.gz</a:t>
            </a:r>
            <a:r>
              <a:rPr lang="zh-TW" altLang="en-US" sz="1800" dirty="0"/>
              <a:t>檔案以及</a:t>
            </a:r>
            <a:r>
              <a:rPr lang="en-US" altLang="zh-TW" sz="1800" dirty="0"/>
              <a:t>MTK alias channel map(</a:t>
            </a:r>
            <a:r>
              <a:rPr lang="zh-TW" altLang="en-US" sz="1800" dirty="0"/>
              <a:t>標準版</a:t>
            </a:r>
            <a:r>
              <a:rPr lang="en-US" altLang="zh-TW" sz="1800" dirty="0"/>
              <a:t>)</a:t>
            </a:r>
            <a:r>
              <a:rPr lang="zh-TW" altLang="en-US" sz="1800" dirty="0"/>
              <a:t>放到</a:t>
            </a:r>
            <a:r>
              <a:rPr lang="en-US" altLang="zh-TW" sz="1800" dirty="0"/>
              <a:t>”input”</a:t>
            </a:r>
            <a:r>
              <a:rPr lang="zh-TW" altLang="en-US" sz="1800" dirty="0"/>
              <a:t>資料夾</a:t>
            </a:r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r>
              <a:rPr lang="zh-TW" altLang="en-US" sz="1800" dirty="0"/>
              <a:t>在</a:t>
            </a:r>
            <a:r>
              <a:rPr lang="en-US" altLang="zh-TW" sz="1800" dirty="0"/>
              <a:t>check_tst_mux_pad_Rev01</a:t>
            </a:r>
            <a:r>
              <a:rPr lang="zh-TW" altLang="en-US" sz="1800" dirty="0"/>
              <a:t>的目錄下用</a:t>
            </a:r>
            <a:r>
              <a:rPr lang="en-US" altLang="zh-TW" sz="1800" dirty="0"/>
              <a:t>terminal</a:t>
            </a:r>
            <a:r>
              <a:rPr lang="zh-TW" altLang="en-US" sz="1800" dirty="0"/>
              <a:t>執行： </a:t>
            </a:r>
            <a:r>
              <a:rPr lang="en-US" altLang="zh-TW" sz="1800" dirty="0">
                <a:solidFill>
                  <a:srgbClr val="00B050"/>
                </a:solidFill>
              </a:rPr>
              <a:t>./check_tst_mux_pad_Rev01</a:t>
            </a:r>
            <a:endParaRPr lang="en-US" altLang="zh-TW" sz="1800" dirty="0"/>
          </a:p>
          <a:p>
            <a:r>
              <a:rPr lang="zh-TW" altLang="en-US" sz="1800" dirty="0"/>
              <a:t>執行完即可看到兩個</a:t>
            </a:r>
            <a:r>
              <a:rPr lang="en-US" altLang="zh-TW" sz="1800" dirty="0"/>
              <a:t>excel</a:t>
            </a:r>
            <a:r>
              <a:rPr lang="zh-TW" altLang="en-US" sz="1800" dirty="0"/>
              <a:t>檔案在</a:t>
            </a:r>
            <a:r>
              <a:rPr lang="en-US" altLang="zh-TW" sz="1800" dirty="0"/>
              <a:t>”output”</a:t>
            </a:r>
          </a:p>
          <a:p>
            <a:pPr lvl="1"/>
            <a:r>
              <a:rPr lang="en-US" altLang="zh-TW" sz="1600" dirty="0"/>
              <a:t>Co-</a:t>
            </a:r>
            <a:r>
              <a:rPr lang="en-US" altLang="zh-TW" sz="1600" dirty="0" err="1"/>
              <a:t>exist_mux</a:t>
            </a:r>
            <a:r>
              <a:rPr lang="en-US" altLang="zh-TW" sz="1600" dirty="0"/>
              <a:t>:</a:t>
            </a:r>
            <a:r>
              <a:rPr lang="zh-TW" altLang="en-US" sz="1600" dirty="0"/>
              <a:t> 每個</a:t>
            </a:r>
            <a:r>
              <a:rPr lang="en-US" altLang="zh-TW" sz="1600" dirty="0" err="1"/>
              <a:t>tst</a:t>
            </a:r>
            <a:r>
              <a:rPr lang="zh-TW" altLang="en-US" sz="1600" dirty="0"/>
              <a:t>裡面同時存在於</a:t>
            </a:r>
            <a:r>
              <a:rPr lang="en-US" altLang="zh-TW" sz="1600" dirty="0"/>
              <a:t>ASSIGN</a:t>
            </a:r>
            <a:r>
              <a:rPr lang="zh-TW" altLang="en-US" sz="1600" dirty="0"/>
              <a:t>的</a:t>
            </a:r>
            <a:r>
              <a:rPr lang="en-US" altLang="zh-TW" sz="1600" dirty="0"/>
              <a:t>mux pad</a:t>
            </a:r>
          </a:p>
          <a:p>
            <a:pPr lvl="1"/>
            <a:r>
              <a:rPr lang="en-US" altLang="zh-TW" sz="1600" dirty="0" err="1"/>
              <a:t>Pad_not_exist_in_excel_but_in_tst</a:t>
            </a:r>
            <a:r>
              <a:rPr lang="en-US" altLang="zh-TW" sz="1600" dirty="0"/>
              <a:t>: MTK alias channel map</a:t>
            </a:r>
            <a:r>
              <a:rPr lang="zh-TW" altLang="en-US" sz="1600" dirty="0"/>
              <a:t>中沒有定義，但卻在</a:t>
            </a:r>
            <a:r>
              <a:rPr lang="en-US" altLang="zh-TW" sz="1600" dirty="0" err="1"/>
              <a:t>tst</a:t>
            </a:r>
            <a:r>
              <a:rPr lang="en-US" altLang="zh-TW" sz="1600" dirty="0"/>
              <a:t> ASSIGN</a:t>
            </a:r>
            <a:r>
              <a:rPr lang="zh-TW" altLang="en-US" sz="1600" dirty="0"/>
              <a:t>中存在的</a:t>
            </a:r>
            <a:r>
              <a:rPr lang="en-US" altLang="zh-TW" sz="1600" dirty="0"/>
              <a:t>pad</a:t>
            </a:r>
          </a:p>
          <a:p>
            <a:r>
              <a:rPr lang="zh-TW" altLang="en-US" sz="1800" dirty="0"/>
              <a:t>備註：</a:t>
            </a:r>
            <a:endParaRPr lang="en-US" altLang="zh-TW" sz="1800" dirty="0"/>
          </a:p>
          <a:p>
            <a:pPr lvl="1"/>
            <a:r>
              <a:rPr lang="en-US" sz="1600" dirty="0"/>
              <a:t>“input”</a:t>
            </a:r>
            <a:r>
              <a:rPr lang="zh-TW" altLang="en-US" sz="1600" dirty="0"/>
              <a:t>資料夾必須要有</a:t>
            </a:r>
            <a:endParaRPr lang="en-US" sz="1600" dirty="0"/>
          </a:p>
          <a:p>
            <a:pPr lvl="1"/>
            <a:r>
              <a:rPr lang="en-US" sz="1600" dirty="0"/>
              <a:t>“output”</a:t>
            </a:r>
            <a:r>
              <a:rPr lang="zh-TW" altLang="en-US" sz="1600" dirty="0"/>
              <a:t>資料夾會自動產生</a:t>
            </a:r>
            <a:endParaRPr lang="en-US" altLang="zh-TW" sz="1600" dirty="0"/>
          </a:p>
          <a:p>
            <a:pPr lvl="1"/>
            <a:r>
              <a:rPr lang="en-US" altLang="zh-TW" sz="1600" dirty="0"/>
              <a:t>“Channel Map”</a:t>
            </a:r>
            <a:r>
              <a:rPr lang="zh-TW" altLang="en-US" sz="1600" dirty="0"/>
              <a:t>檔案只能有一個，格式要</a:t>
            </a:r>
            <a:r>
              <a:rPr lang="en-US" altLang="zh-TW" sz="1600" dirty="0"/>
              <a:t>follow golden</a:t>
            </a:r>
            <a:r>
              <a:rPr lang="zh-TW" altLang="en-US" sz="1600" dirty="0"/>
              <a:t>的</a:t>
            </a:r>
            <a:endParaRPr lang="en-US" altLang="zh-TW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15E20E-0F38-B3E6-3419-AFA2998B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89" y="18662"/>
            <a:ext cx="8841689" cy="762001"/>
          </a:xfrm>
        </p:spPr>
        <p:txBody>
          <a:bodyPr/>
          <a:lstStyle/>
          <a:p>
            <a:r>
              <a:rPr lang="en-US" altLang="zh-TW" dirty="0"/>
              <a:t>check_tst_mux_pad_Rev01</a:t>
            </a:r>
            <a:r>
              <a:rPr lang="zh-TW" altLang="en-US" dirty="0"/>
              <a:t> </a:t>
            </a:r>
            <a:r>
              <a:rPr lang="en-US" altLang="zh-TW" dirty="0"/>
              <a:t>Tool</a:t>
            </a:r>
            <a:r>
              <a:rPr lang="en-US" dirty="0"/>
              <a:t>(1/1)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DDF0B-BA3F-CE54-F040-9DF125A8BA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80C825-FC00-0637-8A2B-A4CF2D8E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3" y="1345714"/>
            <a:ext cx="1753172" cy="12530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D80B1E-537F-4368-3015-6F9691185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889" y="1411699"/>
            <a:ext cx="4131534" cy="11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2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7A115F-87C4-D020-CD12-3EA8F84D6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01" y="3153751"/>
            <a:ext cx="11710757" cy="304983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D7F49C6-C7EE-0202-19F6-44DC0D41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Co-</a:t>
            </a:r>
            <a:r>
              <a:rPr lang="en-US" altLang="zh-TW" dirty="0" err="1"/>
              <a:t>exist_mux</a:t>
            </a:r>
            <a:r>
              <a:rPr lang="en-US" altLang="zh-TW" dirty="0"/>
              <a:t> excel</a:t>
            </a:r>
            <a:endParaRPr lang="zh-TW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B0FAE-B67D-D6CD-96BD-2BB068646C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ED3473-D78C-C208-A516-59ED454725C9}"/>
              </a:ext>
            </a:extLst>
          </p:cNvPr>
          <p:cNvSpPr/>
          <p:nvPr/>
        </p:nvSpPr>
        <p:spPr>
          <a:xfrm>
            <a:off x="85001" y="3523865"/>
            <a:ext cx="11831141" cy="26797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ED1B3D-9566-3BF0-924F-B089C3792420}"/>
              </a:ext>
            </a:extLst>
          </p:cNvPr>
          <p:cNvCxnSpPr>
            <a:cxnSpLocks/>
            <a:stCxn id="25" idx="2"/>
            <a:endCxn id="6" idx="0"/>
          </p:cNvCxnSpPr>
          <p:nvPr/>
        </p:nvCxnSpPr>
        <p:spPr>
          <a:xfrm flipH="1">
            <a:off x="5940380" y="2363721"/>
            <a:ext cx="3183232" cy="790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97D7C6-C721-3948-3635-2DF16550824B}"/>
              </a:ext>
            </a:extLst>
          </p:cNvPr>
          <p:cNvSpPr txBox="1"/>
          <p:nvPr/>
        </p:nvSpPr>
        <p:spPr>
          <a:xfrm>
            <a:off x="5248656" y="381000"/>
            <a:ext cx="64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若</a:t>
            </a:r>
            <a:r>
              <a:rPr lang="en-US" altLang="zh-TW" dirty="0"/>
              <a:t>excel</a:t>
            </a:r>
            <a:r>
              <a:rPr lang="zh-TW" altLang="en-US" dirty="0"/>
              <a:t>沒有任何資訊，代表</a:t>
            </a:r>
            <a:r>
              <a:rPr lang="en-US" altLang="zh-TW" dirty="0" err="1"/>
              <a:t>tst</a:t>
            </a:r>
            <a:r>
              <a:rPr lang="zh-TW" altLang="en-US" dirty="0"/>
              <a:t>正確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29AB-0B5D-107F-A536-F4452FE51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12" y="735279"/>
            <a:ext cx="2888146" cy="236227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DE59C3-1359-B4EF-06AD-160B90CF0361}"/>
              </a:ext>
            </a:extLst>
          </p:cNvPr>
          <p:cNvCxnSpPr>
            <a:cxnSpLocks/>
            <a:stCxn id="12" idx="1"/>
            <a:endCxn id="17" idx="3"/>
          </p:cNvCxnSpPr>
          <p:nvPr/>
        </p:nvCxnSpPr>
        <p:spPr>
          <a:xfrm flipH="1">
            <a:off x="3905258" y="565666"/>
            <a:ext cx="1343398" cy="1350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141122-8872-57DF-7C0D-FFB2379E30F2}"/>
              </a:ext>
            </a:extLst>
          </p:cNvPr>
          <p:cNvSpPr txBox="1"/>
          <p:nvPr/>
        </p:nvSpPr>
        <p:spPr>
          <a:xfrm>
            <a:off x="6000571" y="1717390"/>
            <a:ext cx="624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每一個</a:t>
            </a:r>
            <a:r>
              <a:rPr lang="en-US" altLang="zh-TW" dirty="0"/>
              <a:t>row</a:t>
            </a:r>
            <a:r>
              <a:rPr lang="zh-TW" altLang="en-US" dirty="0"/>
              <a:t>代表</a:t>
            </a:r>
            <a:r>
              <a:rPr lang="en-US" altLang="zh-TW" dirty="0"/>
              <a:t>share</a:t>
            </a:r>
            <a:r>
              <a:rPr lang="zh-TW" altLang="en-US" dirty="0"/>
              <a:t>同一</a:t>
            </a:r>
            <a:r>
              <a:rPr lang="en-US" altLang="zh-TW" dirty="0"/>
              <a:t>GX1 channel</a:t>
            </a:r>
            <a:r>
              <a:rPr lang="zh-TW" altLang="en-US" dirty="0"/>
              <a:t>的</a:t>
            </a:r>
            <a:r>
              <a:rPr lang="en-US" altLang="zh-TW" dirty="0"/>
              <a:t>mux pad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若</a:t>
            </a:r>
            <a:r>
              <a:rPr lang="en-US" altLang="zh-TW" dirty="0">
                <a:solidFill>
                  <a:srgbClr val="FF0000"/>
                </a:solidFill>
              </a:rPr>
              <a:t>excel</a:t>
            </a:r>
            <a:r>
              <a:rPr lang="zh-TW" altLang="en-US" dirty="0">
                <a:solidFill>
                  <a:srgbClr val="FF0000"/>
                </a:solidFill>
              </a:rPr>
              <a:t>有資訊，代表</a:t>
            </a:r>
            <a:r>
              <a:rPr lang="en-US" altLang="zh-TW" dirty="0">
                <a:solidFill>
                  <a:srgbClr val="FF0000"/>
                </a:solidFill>
              </a:rPr>
              <a:t>mux pad</a:t>
            </a:r>
            <a:r>
              <a:rPr lang="zh-TW" altLang="en-US" dirty="0">
                <a:solidFill>
                  <a:srgbClr val="FF0000"/>
                </a:solidFill>
              </a:rPr>
              <a:t>同時存在於</a:t>
            </a:r>
            <a:r>
              <a:rPr lang="en-US" altLang="zh-TW" dirty="0" err="1">
                <a:solidFill>
                  <a:srgbClr val="FF0000"/>
                </a:solidFill>
              </a:rPr>
              <a:t>tst</a:t>
            </a:r>
            <a:r>
              <a:rPr lang="en-US" altLang="zh-TW" dirty="0">
                <a:solidFill>
                  <a:srgbClr val="FF0000"/>
                </a:solidFill>
              </a:rPr>
              <a:t> ASSIGN,</a:t>
            </a:r>
            <a:r>
              <a:rPr lang="zh-TW" altLang="en-US" dirty="0">
                <a:solidFill>
                  <a:srgbClr val="FF0000"/>
                </a:solidFill>
              </a:rPr>
              <a:t>為異常</a:t>
            </a:r>
          </a:p>
        </p:txBody>
      </p:sp>
    </p:spTree>
    <p:extLst>
      <p:ext uri="{BB962C8B-B14F-4D97-AF65-F5344CB8AC3E}">
        <p14:creationId xmlns:p14="http://schemas.microsoft.com/office/powerpoint/2010/main" val="130903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44A868-654C-839A-807B-8CEBE97F4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40" y="1782172"/>
            <a:ext cx="11893120" cy="130029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C98C997-1D1B-4C83-35FA-B2A5DDDA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Pad_not_exist_in_excel_but_in_tst</a:t>
            </a:r>
            <a:endParaRPr lang="zh-TW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06812-6C03-4EE6-B726-2D41B66CADB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DC9ED4-C2D6-AFA6-D1D3-89E84CE422AA}"/>
              </a:ext>
            </a:extLst>
          </p:cNvPr>
          <p:cNvSpPr/>
          <p:nvPr/>
        </p:nvSpPr>
        <p:spPr>
          <a:xfrm>
            <a:off x="4092879" y="1939502"/>
            <a:ext cx="8036467" cy="105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2E8F0E-896D-6C66-EC86-C3AF4F544839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flipH="1" flipV="1">
            <a:off x="6298163" y="1659294"/>
            <a:ext cx="1812950" cy="2802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390350-B769-A46E-CA74-C2BA8E87EFDA}"/>
              </a:ext>
            </a:extLst>
          </p:cNvPr>
          <p:cNvSpPr txBox="1"/>
          <p:nvPr/>
        </p:nvSpPr>
        <p:spPr>
          <a:xfrm>
            <a:off x="886408" y="1012963"/>
            <a:ext cx="10823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r>
              <a:rPr lang="zh-TW" altLang="en-US" dirty="0"/>
              <a:t>欄為</a:t>
            </a:r>
            <a:r>
              <a:rPr lang="en-US" altLang="zh-TW" dirty="0" err="1"/>
              <a:t>tst</a:t>
            </a:r>
            <a:r>
              <a:rPr lang="zh-TW" altLang="en-US" dirty="0"/>
              <a:t>名稱</a:t>
            </a:r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若紅框有資訊，代表這些</a:t>
            </a:r>
            <a:r>
              <a:rPr lang="en-US" altLang="zh-TW" dirty="0">
                <a:solidFill>
                  <a:srgbClr val="FF0000"/>
                </a:solidFill>
              </a:rPr>
              <a:t>pad</a:t>
            </a:r>
            <a:r>
              <a:rPr lang="zh-TW" altLang="en-US" dirty="0">
                <a:solidFill>
                  <a:srgbClr val="FF0000"/>
                </a:solidFill>
              </a:rPr>
              <a:t>在</a:t>
            </a:r>
            <a:r>
              <a:rPr lang="en-US" altLang="zh-TW" dirty="0">
                <a:solidFill>
                  <a:srgbClr val="FF0000"/>
                </a:solidFill>
              </a:rPr>
              <a:t>MTK alias channel map</a:t>
            </a:r>
            <a:r>
              <a:rPr lang="zh-TW" altLang="en-US" dirty="0">
                <a:solidFill>
                  <a:srgbClr val="FF0000"/>
                </a:solidFill>
              </a:rPr>
              <a:t>中沒有定義，但卻在</a:t>
            </a:r>
            <a:r>
              <a:rPr lang="en-US" altLang="zh-TW" dirty="0" err="1">
                <a:solidFill>
                  <a:srgbClr val="FF0000"/>
                </a:solidFill>
              </a:rPr>
              <a:t>tst</a:t>
            </a:r>
            <a:r>
              <a:rPr lang="en-US" altLang="zh-TW" dirty="0">
                <a:solidFill>
                  <a:srgbClr val="FF0000"/>
                </a:solidFill>
              </a:rPr>
              <a:t> ASSIGN</a:t>
            </a:r>
            <a:r>
              <a:rPr lang="zh-TW" altLang="en-US" dirty="0">
                <a:solidFill>
                  <a:srgbClr val="FF0000"/>
                </a:solidFill>
              </a:rPr>
              <a:t>中存在，為異常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E1861-C3C0-D05E-2153-816CB20581EB}"/>
              </a:ext>
            </a:extLst>
          </p:cNvPr>
          <p:cNvSpPr txBox="1"/>
          <p:nvPr/>
        </p:nvSpPr>
        <p:spPr>
          <a:xfrm>
            <a:off x="149440" y="4383950"/>
            <a:ext cx="4207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</a:t>
            </a:r>
            <a:r>
              <a:rPr lang="zh-TW" altLang="en-US" dirty="0"/>
              <a:t>欄為</a:t>
            </a:r>
            <a:r>
              <a:rPr lang="en-US" altLang="zh-TW" dirty="0" err="1"/>
              <a:t>tst</a:t>
            </a:r>
            <a:r>
              <a:rPr lang="zh-TW" altLang="en-US" dirty="0"/>
              <a:t>名稱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若紅框沒有任何資訊，代表</a:t>
            </a:r>
            <a:r>
              <a:rPr lang="en-US" altLang="zh-TW" dirty="0" err="1"/>
              <a:t>tst</a:t>
            </a:r>
            <a:r>
              <a:rPr lang="zh-TW" altLang="en-US" dirty="0"/>
              <a:t>正確無誤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5D9922-24E2-6D25-B5D7-A97F8F19A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942" y="3546712"/>
            <a:ext cx="6856787" cy="234151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47EC14-189E-F791-D1F7-4570F8068DA2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 flipV="1">
            <a:off x="4357396" y="4707116"/>
            <a:ext cx="410546" cy="10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5552F08-895A-95B9-671D-A1FD2ED419BE}"/>
              </a:ext>
            </a:extLst>
          </p:cNvPr>
          <p:cNvSpPr/>
          <p:nvPr/>
        </p:nvSpPr>
        <p:spPr>
          <a:xfrm>
            <a:off x="9265297" y="3663108"/>
            <a:ext cx="2444620" cy="2225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87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629057"/>
      </p:ext>
    </p:extLst>
  </p:cSld>
  <p:clrMapOvr>
    <a:masterClrMapping/>
  </p:clrMapOvr>
</p:sld>
</file>

<file path=ppt/theme/theme1.xml><?xml version="1.0" encoding="utf-8"?>
<a:theme xmlns:a="http://schemas.openxmlformats.org/drawingml/2006/main" name="Cohu-Template-Feb-2024">
  <a:themeElements>
    <a:clrScheme name="Cohu">
      <a:dk1>
        <a:sysClr val="windowText" lastClr="000000"/>
      </a:dk1>
      <a:lt1>
        <a:sysClr val="window" lastClr="FFFFFF"/>
      </a:lt1>
      <a:dk2>
        <a:srgbClr val="277296"/>
      </a:dk2>
      <a:lt2>
        <a:srgbClr val="B9B9BA"/>
      </a:lt2>
      <a:accent1>
        <a:srgbClr val="277296"/>
      </a:accent1>
      <a:accent2>
        <a:srgbClr val="2D53A6"/>
      </a:accent2>
      <a:accent3>
        <a:srgbClr val="FFA700"/>
      </a:accent3>
      <a:accent4>
        <a:srgbClr val="92D050"/>
      </a:accent4>
      <a:accent5>
        <a:srgbClr val="2D2C82"/>
      </a:accent5>
      <a:accent6>
        <a:srgbClr val="7F7E98"/>
      </a:accent6>
      <a:hlink>
        <a:srgbClr val="2D53A6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Effects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40000">
              <a:schemeClr val="phClr">
                <a:tint val="100000"/>
                <a:shade val="70000"/>
                <a:satMod val="145000"/>
              </a:schemeClr>
            </a:gs>
            <a:gs pos="100000">
              <a:schemeClr val="phClr">
                <a:tint val="85000"/>
                <a:shade val="100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50000"/>
                <a:satMod val="145000"/>
              </a:schemeClr>
            </a:gs>
            <a:gs pos="30000">
              <a:schemeClr val="phClr">
                <a:tint val="100000"/>
                <a:shade val="65000"/>
                <a:satMod val="155000"/>
              </a:schemeClr>
            </a:gs>
            <a:gs pos="100000">
              <a:schemeClr val="phClr">
                <a:tint val="60000"/>
                <a:shade val="10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hu-Template-Feb-2024" id="{225F7C6C-BEC6-4A94-8183-00D77F5AE529}" vid="{8D69EC5B-59CD-4E0D-9021-10372369E59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09579d-a5c2-4945-b54b-546d0caffe8c" xsi:nil="true"/>
    <lcf76f155ced4ddcb4097134ff3c332f xmlns="8fedd08a-cc43-4708-9294-eba9612d66b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4F5A210E250F4199D0732465386E81" ma:contentTypeVersion="13" ma:contentTypeDescription="Create a new document." ma:contentTypeScope="" ma:versionID="9c4a87f488b3b0bb7106dfe88fe63120">
  <xsd:schema xmlns:xsd="http://www.w3.org/2001/XMLSchema" xmlns:xs="http://www.w3.org/2001/XMLSchema" xmlns:p="http://schemas.microsoft.com/office/2006/metadata/properties" xmlns:ns2="8fedd08a-cc43-4708-9294-eba9612d66be" xmlns:ns3="ca09579d-a5c2-4945-b54b-546d0caffe8c" targetNamespace="http://schemas.microsoft.com/office/2006/metadata/properties" ma:root="true" ma:fieldsID="c743d5ab8ebefee412a4c82550e50ae5" ns2:_="" ns3:_="">
    <xsd:import namespace="8fedd08a-cc43-4708-9294-eba9612d66be"/>
    <xsd:import namespace="ca09579d-a5c2-4945-b54b-546d0caffe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dd08a-cc43-4708-9294-eba9612d66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17ed69b-7dfb-4296-b3ce-394cf0ce0d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09579d-a5c2-4945-b54b-546d0caffe8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41d439-e386-4922-9989-9cb50c85ca68}" ma:internalName="TaxCatchAll" ma:showField="CatchAllData" ma:web="ca09579d-a5c2-4945-b54b-546d0caffe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CA1C68-8ED1-47B7-99A7-F2EE278C47CB}">
  <ds:schemaRefs>
    <ds:schemaRef ds:uri="http://schemas.microsoft.com/office/2006/metadata/properties"/>
    <ds:schemaRef ds:uri="http://schemas.microsoft.com/office/infopath/2007/PartnerControls"/>
    <ds:schemaRef ds:uri="ca09579d-a5c2-4945-b54b-546d0caffe8c"/>
    <ds:schemaRef ds:uri="8fedd08a-cc43-4708-9294-eba9612d66be"/>
  </ds:schemaRefs>
</ds:datastoreItem>
</file>

<file path=customXml/itemProps2.xml><?xml version="1.0" encoding="utf-8"?>
<ds:datastoreItem xmlns:ds="http://schemas.openxmlformats.org/officeDocument/2006/customXml" ds:itemID="{738D8EB0-8298-4ACB-ACC4-30C67863F2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7CFBB3-6B5E-4F50-B49B-96AA595DC3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edd08a-cc43-4708-9294-eba9612d66be"/>
    <ds:schemaRef ds:uri="ca09579d-a5c2-4945-b54b-546d0caffe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cc2a35-1498-4748-8d1f-03fb953672f8}" enabled="0" method="" siteId="{eacc2a35-1498-4748-8d1f-03fb953672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Cohu-Template-Feb-2024</Template>
  <TotalTime>184</TotalTime>
  <Words>333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Nova Cond</vt:lpstr>
      <vt:lpstr>Corbel</vt:lpstr>
      <vt:lpstr>Wingdings</vt:lpstr>
      <vt:lpstr>Cohu-Template-Feb-2024</vt:lpstr>
      <vt:lpstr>PowerPoint Presentation</vt:lpstr>
      <vt:lpstr>check_tst_mux_pad_Rev01 Tool(1/1)</vt:lpstr>
      <vt:lpstr>Co-exist_mux excel</vt:lpstr>
      <vt:lpstr>Pad_not_exist_in_excel_but_in_tst</vt:lpstr>
      <vt:lpstr>PowerPoint Presentation</vt:lpstr>
    </vt:vector>
  </TitlesOfParts>
  <Company>Cohu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Antoinette Mckinley</dc:creator>
  <cp:lastModifiedBy>Jonathan Chang</cp:lastModifiedBy>
  <cp:revision>46</cp:revision>
  <dcterms:created xsi:type="dcterms:W3CDTF">2024-02-08T15:30:56Z</dcterms:created>
  <dcterms:modified xsi:type="dcterms:W3CDTF">2025-10-20T03:28:36Z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0x010100434F5A210E250F4199D0732465386E81</vt:lpwstr>
  </property>
</Properties>
</file>